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59" r:id="rId5"/>
    <p:sldId id="261" r:id="rId6"/>
    <p:sldId id="263" r:id="rId7"/>
    <p:sldId id="262" r:id="rId8"/>
    <p:sldId id="258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17349F-A669-4DC4-8301-CAA61B2304A6}">
          <p14:sldIdLst>
            <p14:sldId id="256"/>
            <p14:sldId id="257"/>
          </p14:sldIdLst>
        </p14:section>
        <p14:section name="Problem statement" id="{280D23AE-D0BC-4B0A-AE8D-0BBA11E056B6}">
          <p14:sldIdLst>
            <p14:sldId id="260"/>
            <p14:sldId id="259"/>
          </p14:sldIdLst>
        </p14:section>
        <p14:section name="Objectives" id="{D6DC5005-D3F5-40ED-BB5B-07B2C91352E3}">
          <p14:sldIdLst>
            <p14:sldId id="261"/>
          </p14:sldIdLst>
        </p14:section>
        <p14:section name="Significance" id="{918F0639-9059-48FB-9E38-24F037338B4F}">
          <p14:sldIdLst>
            <p14:sldId id="263"/>
          </p14:sldIdLst>
        </p14:section>
        <p14:section name="Literature review" id="{20F0BF9E-203E-4C19-BA03-93D8015B7044}">
          <p14:sldIdLst>
            <p14:sldId id="262"/>
            <p14:sldId id="258"/>
            <p14:sldId id="264"/>
          </p14:sldIdLst>
        </p14:section>
        <p14:section name="Methodology" id="{0C545A1A-C5B1-498D-809E-7A16F19FE19A}">
          <p14:sldIdLst>
            <p14:sldId id="266"/>
            <p14:sldId id="265"/>
            <p14:sldId id="267"/>
            <p14:sldId id="268"/>
          </p14:sldIdLst>
        </p14:section>
        <p14:section name="Budget" id="{B33C1BF2-898B-405F-9990-477EA776FAF8}">
          <p14:sldIdLst>
            <p14:sldId id="269"/>
          </p14:sldIdLst>
        </p14:section>
        <p14:section name="Project schedule" id="{7B101487-AEB3-49BF-B6BD-B97967EC3D60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y ." userId="a305a61255a527d8" providerId="LiveId" clId="{2A5A3CFE-7B24-4F81-BEAA-8922D248F907}"/>
    <pc:docChg chg="undo redo custSel addSld delSld modSld sldOrd addSection modSection">
      <pc:chgData name="Roy ." userId="a305a61255a527d8" providerId="LiveId" clId="{2A5A3CFE-7B24-4F81-BEAA-8922D248F907}" dt="2026-02-22T19:41:26.150" v="4268" actId="27636"/>
      <pc:docMkLst>
        <pc:docMk/>
      </pc:docMkLst>
      <pc:sldChg chg="modSp new mod ord setBg">
        <pc:chgData name="Roy ." userId="a305a61255a527d8" providerId="LiveId" clId="{2A5A3CFE-7B24-4F81-BEAA-8922D248F907}" dt="2026-02-22T19:41:26.150" v="4268" actId="27636"/>
        <pc:sldMkLst>
          <pc:docMk/>
          <pc:sldMk cId="2260309220" sldId="256"/>
        </pc:sldMkLst>
        <pc:spChg chg="mod">
          <ac:chgData name="Roy ." userId="a305a61255a527d8" providerId="LiveId" clId="{2A5A3CFE-7B24-4F81-BEAA-8922D248F907}" dt="2026-02-20T09:07:11.515" v="4042" actId="207"/>
          <ac:spMkLst>
            <pc:docMk/>
            <pc:sldMk cId="2260309220" sldId="256"/>
            <ac:spMk id="2" creationId="{AA37E983-1D87-7339-B621-A87A10DE6782}"/>
          </ac:spMkLst>
        </pc:spChg>
        <pc:spChg chg="mod">
          <ac:chgData name="Roy ." userId="a305a61255a527d8" providerId="LiveId" clId="{2A5A3CFE-7B24-4F81-BEAA-8922D248F907}" dt="2026-02-22T19:41:26.150" v="4268" actId="27636"/>
          <ac:spMkLst>
            <pc:docMk/>
            <pc:sldMk cId="2260309220" sldId="256"/>
            <ac:spMk id="3" creationId="{F4C6856C-9E0F-FF35-D129-5403A2471555}"/>
          </ac:spMkLst>
        </pc:spChg>
      </pc:sldChg>
      <pc:sldChg chg="modSp new mod setBg">
        <pc:chgData name="Roy ." userId="a305a61255a527d8" providerId="LiveId" clId="{2A5A3CFE-7B24-4F81-BEAA-8922D248F907}" dt="2026-02-20T09:19:02.506" v="4122"/>
        <pc:sldMkLst>
          <pc:docMk/>
          <pc:sldMk cId="2050349595" sldId="257"/>
        </pc:sldMkLst>
        <pc:spChg chg="mod">
          <ac:chgData name="Roy ." userId="a305a61255a527d8" providerId="LiveId" clId="{2A5A3CFE-7B24-4F81-BEAA-8922D248F907}" dt="2026-02-19T20:27:32.305" v="775" actId="115"/>
          <ac:spMkLst>
            <pc:docMk/>
            <pc:sldMk cId="2050349595" sldId="257"/>
            <ac:spMk id="2" creationId="{27CE8C6E-5109-E3C9-210E-6872049FEB43}"/>
          </ac:spMkLst>
        </pc:spChg>
        <pc:spChg chg="mod">
          <ac:chgData name="Roy ." userId="a305a61255a527d8" providerId="LiveId" clId="{2A5A3CFE-7B24-4F81-BEAA-8922D248F907}" dt="2026-02-19T20:05:54.585" v="593" actId="20577"/>
          <ac:spMkLst>
            <pc:docMk/>
            <pc:sldMk cId="2050349595" sldId="257"/>
            <ac:spMk id="3" creationId="{07C75818-09EC-3F1C-B307-FA38EAA00BA7}"/>
          </ac:spMkLst>
        </pc:spChg>
      </pc:sldChg>
      <pc:sldChg chg="modSp add mod setBg">
        <pc:chgData name="Roy ." userId="a305a61255a527d8" providerId="LiveId" clId="{2A5A3CFE-7B24-4F81-BEAA-8922D248F907}" dt="2026-02-20T09:20:24.337" v="4134"/>
        <pc:sldMkLst>
          <pc:docMk/>
          <pc:sldMk cId="410591549" sldId="258"/>
        </pc:sldMkLst>
        <pc:spChg chg="mod">
          <ac:chgData name="Roy ." userId="a305a61255a527d8" providerId="LiveId" clId="{2A5A3CFE-7B24-4F81-BEAA-8922D248F907}" dt="2026-02-19T22:00:39.222" v="1848" actId="20577"/>
          <ac:spMkLst>
            <pc:docMk/>
            <pc:sldMk cId="410591549" sldId="258"/>
            <ac:spMk id="2" creationId="{9EE8BB68-D613-2853-A809-2B8AD9C03D70}"/>
          </ac:spMkLst>
        </pc:spChg>
        <pc:spChg chg="mod">
          <ac:chgData name="Roy ." userId="a305a61255a527d8" providerId="LiveId" clId="{2A5A3CFE-7B24-4F81-BEAA-8922D248F907}" dt="2026-02-19T22:17:41.866" v="1988" actId="20577"/>
          <ac:spMkLst>
            <pc:docMk/>
            <pc:sldMk cId="410591549" sldId="258"/>
            <ac:spMk id="3" creationId="{65EDD90F-FB1C-DAE7-1227-CBA1B56CEB49}"/>
          </ac:spMkLst>
        </pc:spChg>
      </pc:sldChg>
      <pc:sldChg chg="modSp add del mod setBg">
        <pc:chgData name="Roy ." userId="a305a61255a527d8" providerId="LiveId" clId="{2A5A3CFE-7B24-4F81-BEAA-8922D248F907}" dt="2026-02-20T09:19:21.610" v="4125"/>
        <pc:sldMkLst>
          <pc:docMk/>
          <pc:sldMk cId="178615337" sldId="259"/>
        </pc:sldMkLst>
        <pc:spChg chg="mod">
          <ac:chgData name="Roy ." userId="a305a61255a527d8" providerId="LiveId" clId="{2A5A3CFE-7B24-4F81-BEAA-8922D248F907}" dt="2026-02-19T23:14:34.937" v="4027" actId="20577"/>
          <ac:spMkLst>
            <pc:docMk/>
            <pc:sldMk cId="178615337" sldId="259"/>
            <ac:spMk id="2" creationId="{8B72727A-F850-5C09-ACF1-FD46AACF54D7}"/>
          </ac:spMkLst>
        </pc:spChg>
        <pc:spChg chg="mod">
          <ac:chgData name="Roy ." userId="a305a61255a527d8" providerId="LiveId" clId="{2A5A3CFE-7B24-4F81-BEAA-8922D248F907}" dt="2026-02-19T23:12:29.088" v="3985" actId="20577"/>
          <ac:spMkLst>
            <pc:docMk/>
            <pc:sldMk cId="178615337" sldId="259"/>
            <ac:spMk id="3" creationId="{33E12EB8-924B-0904-033E-A2358EAFF45B}"/>
          </ac:spMkLst>
        </pc:spChg>
      </pc:sldChg>
      <pc:sldChg chg="modSp add mod setBg">
        <pc:chgData name="Roy ." userId="a305a61255a527d8" providerId="LiveId" clId="{2A5A3CFE-7B24-4F81-BEAA-8922D248F907}" dt="2026-02-20T09:19:21.610" v="4125"/>
        <pc:sldMkLst>
          <pc:docMk/>
          <pc:sldMk cId="751386177" sldId="260"/>
        </pc:sldMkLst>
        <pc:spChg chg="mod">
          <ac:chgData name="Roy ." userId="a305a61255a527d8" providerId="LiveId" clId="{2A5A3CFE-7B24-4F81-BEAA-8922D248F907}" dt="2026-02-19T20:27:27.086" v="773"/>
          <ac:spMkLst>
            <pc:docMk/>
            <pc:sldMk cId="751386177" sldId="260"/>
            <ac:spMk id="2" creationId="{ACF13947-4582-6BA0-7578-423D751C8BB7}"/>
          </ac:spMkLst>
        </pc:spChg>
        <pc:spChg chg="mod">
          <ac:chgData name="Roy ." userId="a305a61255a527d8" providerId="LiveId" clId="{2A5A3CFE-7B24-4F81-BEAA-8922D248F907}" dt="2026-02-19T21:10:22.986" v="1643" actId="5793"/>
          <ac:spMkLst>
            <pc:docMk/>
            <pc:sldMk cId="751386177" sldId="260"/>
            <ac:spMk id="3" creationId="{403A0C01-5930-4BF4-0CE7-B5A0A7A495DC}"/>
          </ac:spMkLst>
        </pc:spChg>
      </pc:sldChg>
      <pc:sldChg chg="modSp add del mod setBg">
        <pc:chgData name="Roy ." userId="a305a61255a527d8" providerId="LiveId" clId="{2A5A3CFE-7B24-4F81-BEAA-8922D248F907}" dt="2026-02-20T09:19:36.857" v="4128"/>
        <pc:sldMkLst>
          <pc:docMk/>
          <pc:sldMk cId="3813032902" sldId="261"/>
        </pc:sldMkLst>
        <pc:spChg chg="mod">
          <ac:chgData name="Roy ." userId="a305a61255a527d8" providerId="LiveId" clId="{2A5A3CFE-7B24-4F81-BEAA-8922D248F907}" dt="2026-02-19T20:44:00.027" v="1150" actId="20577"/>
          <ac:spMkLst>
            <pc:docMk/>
            <pc:sldMk cId="3813032902" sldId="261"/>
            <ac:spMk id="2" creationId="{499EA315-6CE0-30F7-C1F0-7A7E8764DD51}"/>
          </ac:spMkLst>
        </pc:spChg>
        <pc:spChg chg="mod">
          <ac:chgData name="Roy ." userId="a305a61255a527d8" providerId="LiveId" clId="{2A5A3CFE-7B24-4F81-BEAA-8922D248F907}" dt="2026-02-19T20:51:50.592" v="1352" actId="20577"/>
          <ac:spMkLst>
            <pc:docMk/>
            <pc:sldMk cId="3813032902" sldId="261"/>
            <ac:spMk id="3" creationId="{840BD92E-6197-E34D-C5B2-317AA05BC83D}"/>
          </ac:spMkLst>
        </pc:spChg>
      </pc:sldChg>
      <pc:sldChg chg="modSp add mod setBg">
        <pc:chgData name="Roy ." userId="a305a61255a527d8" providerId="LiveId" clId="{2A5A3CFE-7B24-4F81-BEAA-8922D248F907}" dt="2026-02-20T09:20:24.337" v="4134"/>
        <pc:sldMkLst>
          <pc:docMk/>
          <pc:sldMk cId="1431154540" sldId="262"/>
        </pc:sldMkLst>
        <pc:spChg chg="mod">
          <ac:chgData name="Roy ." userId="a305a61255a527d8" providerId="LiveId" clId="{2A5A3CFE-7B24-4F81-BEAA-8922D248F907}" dt="2026-02-19T21:03:55.776" v="1604" actId="20577"/>
          <ac:spMkLst>
            <pc:docMk/>
            <pc:sldMk cId="1431154540" sldId="262"/>
            <ac:spMk id="2" creationId="{97A95D86-9328-7DD4-5A77-0BBE819CA5BF}"/>
          </ac:spMkLst>
        </pc:spChg>
        <pc:spChg chg="mod">
          <ac:chgData name="Roy ." userId="a305a61255a527d8" providerId="LiveId" clId="{2A5A3CFE-7B24-4F81-BEAA-8922D248F907}" dt="2026-02-19T21:59:50.952" v="1828" actId="5793"/>
          <ac:spMkLst>
            <pc:docMk/>
            <pc:sldMk cId="1431154540" sldId="262"/>
            <ac:spMk id="3" creationId="{83EA8C4F-6109-65DC-5AD7-1127F1D98F70}"/>
          </ac:spMkLst>
        </pc:spChg>
      </pc:sldChg>
      <pc:sldChg chg="modSp add mod setBg">
        <pc:chgData name="Roy ." userId="a305a61255a527d8" providerId="LiveId" clId="{2A5A3CFE-7B24-4F81-BEAA-8922D248F907}" dt="2026-02-20T09:20:06.839" v="4131"/>
        <pc:sldMkLst>
          <pc:docMk/>
          <pc:sldMk cId="343895212" sldId="263"/>
        </pc:sldMkLst>
        <pc:spChg chg="mod">
          <ac:chgData name="Roy ." userId="a305a61255a527d8" providerId="LiveId" clId="{2A5A3CFE-7B24-4F81-BEAA-8922D248F907}" dt="2026-02-19T20:57:44.840" v="1399" actId="20577"/>
          <ac:spMkLst>
            <pc:docMk/>
            <pc:sldMk cId="343895212" sldId="263"/>
            <ac:spMk id="2" creationId="{79876062-E67F-3E11-ECE7-8F19E0DB4542}"/>
          </ac:spMkLst>
        </pc:spChg>
        <pc:spChg chg="mod">
          <ac:chgData name="Roy ." userId="a305a61255a527d8" providerId="LiveId" clId="{2A5A3CFE-7B24-4F81-BEAA-8922D248F907}" dt="2026-02-19T21:06:33.821" v="1605" actId="20577"/>
          <ac:spMkLst>
            <pc:docMk/>
            <pc:sldMk cId="343895212" sldId="263"/>
            <ac:spMk id="3" creationId="{44EC987E-DA3B-FB40-B902-1B94A8237B10}"/>
          </ac:spMkLst>
        </pc:spChg>
      </pc:sldChg>
      <pc:sldChg chg="modSp add mod setBg">
        <pc:chgData name="Roy ." userId="a305a61255a527d8" providerId="LiveId" clId="{2A5A3CFE-7B24-4F81-BEAA-8922D248F907}" dt="2026-02-20T09:20:24.337" v="4134"/>
        <pc:sldMkLst>
          <pc:docMk/>
          <pc:sldMk cId="3604094012" sldId="264"/>
        </pc:sldMkLst>
        <pc:spChg chg="mod">
          <ac:chgData name="Roy ." userId="a305a61255a527d8" providerId="LiveId" clId="{2A5A3CFE-7B24-4F81-BEAA-8922D248F907}" dt="2026-02-19T22:04:18.018" v="1973" actId="20577"/>
          <ac:spMkLst>
            <pc:docMk/>
            <pc:sldMk cId="3604094012" sldId="264"/>
            <ac:spMk id="3" creationId="{CA5BA6F9-547E-5DBD-655A-7EDA4903435D}"/>
          </ac:spMkLst>
        </pc:spChg>
      </pc:sldChg>
      <pc:sldChg chg="modSp add mod setBg">
        <pc:chgData name="Roy ." userId="a305a61255a527d8" providerId="LiveId" clId="{2A5A3CFE-7B24-4F81-BEAA-8922D248F907}" dt="2026-02-20T09:20:37.745" v="4137"/>
        <pc:sldMkLst>
          <pc:docMk/>
          <pc:sldMk cId="2341404602" sldId="265"/>
        </pc:sldMkLst>
        <pc:spChg chg="mod">
          <ac:chgData name="Roy ." userId="a305a61255a527d8" providerId="LiveId" clId="{2A5A3CFE-7B24-4F81-BEAA-8922D248F907}" dt="2026-02-19T22:44:39.328" v="2959" actId="20577"/>
          <ac:spMkLst>
            <pc:docMk/>
            <pc:sldMk cId="2341404602" sldId="265"/>
            <ac:spMk id="2" creationId="{70ED3D31-45A0-39E8-E8CE-A013EB40A804}"/>
          </ac:spMkLst>
        </pc:spChg>
        <pc:spChg chg="mod">
          <ac:chgData name="Roy ." userId="a305a61255a527d8" providerId="LiveId" clId="{2A5A3CFE-7B24-4F81-BEAA-8922D248F907}" dt="2026-02-19T22:45:24.558" v="2999"/>
          <ac:spMkLst>
            <pc:docMk/>
            <pc:sldMk cId="2341404602" sldId="265"/>
            <ac:spMk id="3" creationId="{76DF87FF-4661-84B1-9375-A2ACF069F0B0}"/>
          </ac:spMkLst>
        </pc:spChg>
      </pc:sldChg>
      <pc:sldChg chg="modSp add mod setBg">
        <pc:chgData name="Roy ." userId="a305a61255a527d8" providerId="LiveId" clId="{2A5A3CFE-7B24-4F81-BEAA-8922D248F907}" dt="2026-02-20T09:20:37.745" v="4137"/>
        <pc:sldMkLst>
          <pc:docMk/>
          <pc:sldMk cId="16657745" sldId="266"/>
        </pc:sldMkLst>
        <pc:spChg chg="mod">
          <ac:chgData name="Roy ." userId="a305a61255a527d8" providerId="LiveId" clId="{2A5A3CFE-7B24-4F81-BEAA-8922D248F907}" dt="2026-02-19T22:31:59.703" v="2182" actId="20577"/>
          <ac:spMkLst>
            <pc:docMk/>
            <pc:sldMk cId="16657745" sldId="266"/>
            <ac:spMk id="2" creationId="{95EC4FFE-9330-9AED-04FB-1DDDEFAD78ED}"/>
          </ac:spMkLst>
        </pc:spChg>
        <pc:spChg chg="mod">
          <ac:chgData name="Roy ." userId="a305a61255a527d8" providerId="LiveId" clId="{2A5A3CFE-7B24-4F81-BEAA-8922D248F907}" dt="2026-02-19T22:35:29.378" v="2565" actId="20577"/>
          <ac:spMkLst>
            <pc:docMk/>
            <pc:sldMk cId="16657745" sldId="266"/>
            <ac:spMk id="3" creationId="{210B8FEF-CEEB-04F1-7DD1-575BC740D8C3}"/>
          </ac:spMkLst>
        </pc:spChg>
      </pc:sldChg>
      <pc:sldChg chg="modSp add mod setBg">
        <pc:chgData name="Roy ." userId="a305a61255a527d8" providerId="LiveId" clId="{2A5A3CFE-7B24-4F81-BEAA-8922D248F907}" dt="2026-02-20T09:20:37.745" v="4137"/>
        <pc:sldMkLst>
          <pc:docMk/>
          <pc:sldMk cId="1499520804" sldId="267"/>
        </pc:sldMkLst>
        <pc:spChg chg="mod">
          <ac:chgData name="Roy ." userId="a305a61255a527d8" providerId="LiveId" clId="{2A5A3CFE-7B24-4F81-BEAA-8922D248F907}" dt="2026-02-19T23:12:07.266" v="3982" actId="115"/>
          <ac:spMkLst>
            <pc:docMk/>
            <pc:sldMk cId="1499520804" sldId="267"/>
            <ac:spMk id="2" creationId="{12F55DA9-1E5D-DDEF-E606-DF42EA2157CE}"/>
          </ac:spMkLst>
        </pc:spChg>
        <pc:spChg chg="mod">
          <ac:chgData name="Roy ." userId="a305a61255a527d8" providerId="LiveId" clId="{2A5A3CFE-7B24-4F81-BEAA-8922D248F907}" dt="2026-02-19T22:54:54.466" v="3451" actId="20577"/>
          <ac:spMkLst>
            <pc:docMk/>
            <pc:sldMk cId="1499520804" sldId="267"/>
            <ac:spMk id="3" creationId="{C4230324-6C4A-26ED-FFA5-69FD1F40B248}"/>
          </ac:spMkLst>
        </pc:spChg>
      </pc:sldChg>
      <pc:sldChg chg="modSp add mod setBg modNotesTx">
        <pc:chgData name="Roy ." userId="a305a61255a527d8" providerId="LiveId" clId="{2A5A3CFE-7B24-4F81-BEAA-8922D248F907}" dt="2026-02-20T09:20:37.745" v="4137"/>
        <pc:sldMkLst>
          <pc:docMk/>
          <pc:sldMk cId="1539185522" sldId="268"/>
        </pc:sldMkLst>
        <pc:spChg chg="mod">
          <ac:chgData name="Roy ." userId="a305a61255a527d8" providerId="LiveId" clId="{2A5A3CFE-7B24-4F81-BEAA-8922D248F907}" dt="2026-02-19T22:59:14.445" v="3478" actId="115"/>
          <ac:spMkLst>
            <pc:docMk/>
            <pc:sldMk cId="1539185522" sldId="268"/>
            <ac:spMk id="2" creationId="{A622CCB5-AD59-D31F-D2DD-BCFB24319C8B}"/>
          </ac:spMkLst>
        </pc:spChg>
        <pc:spChg chg="mod">
          <ac:chgData name="Roy ." userId="a305a61255a527d8" providerId="LiveId" clId="{2A5A3CFE-7B24-4F81-BEAA-8922D248F907}" dt="2026-02-19T23:03:00.387" v="3801" actId="20577"/>
          <ac:spMkLst>
            <pc:docMk/>
            <pc:sldMk cId="1539185522" sldId="268"/>
            <ac:spMk id="3" creationId="{E1C29BA3-FC4D-70F5-1FA1-BFCEDA735404}"/>
          </ac:spMkLst>
        </pc:spChg>
      </pc:sldChg>
      <pc:sldChg chg="modSp add mod setBg">
        <pc:chgData name="Roy ." userId="a305a61255a527d8" providerId="LiveId" clId="{2A5A3CFE-7B24-4F81-BEAA-8922D248F907}" dt="2026-02-20T09:20:49.656" v="4140"/>
        <pc:sldMkLst>
          <pc:docMk/>
          <pc:sldMk cId="4017546839" sldId="269"/>
        </pc:sldMkLst>
        <pc:spChg chg="mod">
          <ac:chgData name="Roy ." userId="a305a61255a527d8" providerId="LiveId" clId="{2A5A3CFE-7B24-4F81-BEAA-8922D248F907}" dt="2026-02-19T23:11:56.036" v="3980" actId="115"/>
          <ac:spMkLst>
            <pc:docMk/>
            <pc:sldMk cId="4017546839" sldId="269"/>
            <ac:spMk id="2" creationId="{6AE466EE-6F69-267E-D17E-D8857AF30D81}"/>
          </ac:spMkLst>
        </pc:spChg>
        <pc:spChg chg="mod">
          <ac:chgData name="Roy ." userId="a305a61255a527d8" providerId="LiveId" clId="{2A5A3CFE-7B24-4F81-BEAA-8922D248F907}" dt="2026-02-19T23:09:59.402" v="3935" actId="20577"/>
          <ac:spMkLst>
            <pc:docMk/>
            <pc:sldMk cId="4017546839" sldId="269"/>
            <ac:spMk id="3" creationId="{E9944C08-AB9D-E654-E074-7F7EC5430211}"/>
          </ac:spMkLst>
        </pc:spChg>
      </pc:sldChg>
      <pc:sldChg chg="modSp add mod setBg">
        <pc:chgData name="Roy ." userId="a305a61255a527d8" providerId="LiveId" clId="{2A5A3CFE-7B24-4F81-BEAA-8922D248F907}" dt="2026-02-20T09:21:02.790" v="4143"/>
        <pc:sldMkLst>
          <pc:docMk/>
          <pc:sldMk cId="3929086005" sldId="270"/>
        </pc:sldMkLst>
        <pc:spChg chg="mod">
          <ac:chgData name="Roy ." userId="a305a61255a527d8" providerId="LiveId" clId="{2A5A3CFE-7B24-4F81-BEAA-8922D248F907}" dt="2026-02-19T23:11:51.210" v="3978" actId="115"/>
          <ac:spMkLst>
            <pc:docMk/>
            <pc:sldMk cId="3929086005" sldId="270"/>
            <ac:spMk id="2" creationId="{6BDDF24F-B311-680B-4CB5-6CF17DCBE65A}"/>
          </ac:spMkLst>
        </pc:spChg>
        <pc:spChg chg="mod">
          <ac:chgData name="Roy ." userId="a305a61255a527d8" providerId="LiveId" clId="{2A5A3CFE-7B24-4F81-BEAA-8922D248F907}" dt="2026-02-19T23:11:21.600" v="3964" actId="20577"/>
          <ac:spMkLst>
            <pc:docMk/>
            <pc:sldMk cId="3929086005" sldId="270"/>
            <ac:spMk id="3" creationId="{E4885AAC-641A-E777-5712-146507EC5024}"/>
          </ac:spMkLst>
        </pc:spChg>
      </pc:sldChg>
      <pc:sldChg chg="modSp add mod setBg">
        <pc:chgData name="Roy ." userId="a305a61255a527d8" providerId="LiveId" clId="{2A5A3CFE-7B24-4F81-BEAA-8922D248F907}" dt="2026-02-20T09:21:25.749" v="4148"/>
        <pc:sldMkLst>
          <pc:docMk/>
          <pc:sldMk cId="491176433" sldId="271"/>
        </pc:sldMkLst>
        <pc:spChg chg="mod">
          <ac:chgData name="Roy ." userId="a305a61255a527d8" providerId="LiveId" clId="{2A5A3CFE-7B24-4F81-BEAA-8922D248F907}" dt="2026-02-19T23:11:46.447" v="3976" actId="115"/>
          <ac:spMkLst>
            <pc:docMk/>
            <pc:sldMk cId="491176433" sldId="271"/>
            <ac:spMk id="2" creationId="{F6BD1620-79EA-21DA-E471-928EDECE20D2}"/>
          </ac:spMkLst>
        </pc:spChg>
        <pc:spChg chg="mod">
          <ac:chgData name="Roy ." userId="a305a61255a527d8" providerId="LiveId" clId="{2A5A3CFE-7B24-4F81-BEAA-8922D248F907}" dt="2026-02-20T09:21:14.936" v="4145" actId="207"/>
          <ac:spMkLst>
            <pc:docMk/>
            <pc:sldMk cId="491176433" sldId="271"/>
            <ac:spMk id="3" creationId="{C0B849FD-4D6A-2FAC-2746-28DDE714EEEF}"/>
          </ac:spMkLst>
        </pc:spChg>
      </pc:sldChg>
      <pc:sldChg chg="modSp add del mod">
        <pc:chgData name="Roy ." userId="a305a61255a527d8" providerId="LiveId" clId="{2A5A3CFE-7B24-4F81-BEAA-8922D248F907}" dt="2026-02-19T23:13:49.257" v="4001" actId="2696"/>
        <pc:sldMkLst>
          <pc:docMk/>
          <pc:sldMk cId="1948424674" sldId="272"/>
        </pc:sldMkLst>
      </pc:sldChg>
      <pc:sldChg chg="add del">
        <pc:chgData name="Roy ." userId="a305a61255a527d8" providerId="LiveId" clId="{2A5A3CFE-7B24-4F81-BEAA-8922D248F907}" dt="2026-02-19T23:13:50.408" v="4002" actId="2696"/>
        <pc:sldMkLst>
          <pc:docMk/>
          <pc:sldMk cId="1257811562" sldId="273"/>
        </pc:sldMkLst>
      </pc:sldChg>
      <pc:sldChg chg="add del">
        <pc:chgData name="Roy ." userId="a305a61255a527d8" providerId="LiveId" clId="{2A5A3CFE-7B24-4F81-BEAA-8922D248F907}" dt="2026-02-19T23:13:50.764" v="4003" actId="2696"/>
        <pc:sldMkLst>
          <pc:docMk/>
          <pc:sldMk cId="4234665202" sldId="274"/>
        </pc:sldMkLst>
      </pc:sldChg>
      <pc:sldChg chg="add del">
        <pc:chgData name="Roy ." userId="a305a61255a527d8" providerId="LiveId" clId="{2A5A3CFE-7B24-4F81-BEAA-8922D248F907}" dt="2026-02-19T23:13:51.008" v="4004" actId="2696"/>
        <pc:sldMkLst>
          <pc:docMk/>
          <pc:sldMk cId="979903568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56046-D509-4E32-BCC7-17D3C199CDB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77D7C-8982-43F4-9483-51891A5FF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D77D7C-8982-43F4-9483-51891A5FF9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62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D77D7C-8982-43F4-9483-51891A5FF9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63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7A0B-A58B-BDE6-D788-2B1565631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78EC4-06A1-6853-06B2-9B7225DF7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63A65-F55E-72B4-2299-D6E02A2FA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FFE1C-5D1E-6C14-0BCB-7C5FBEED9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BCD55-37C3-19F7-2163-EC1BC176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98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A5F8-41FB-A29D-7AC8-7D16E4C4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79ABB-C7C8-0943-0DA1-36B55DFFD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EA4F3-9711-B5A9-E0B4-FD82CE7A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491B3-1FD7-0986-9372-115364B2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02BF1-0AEA-2642-DDC4-33C41EBCF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4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872A-0982-0F65-EDC9-B022217B3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D1047-BD81-C143-7364-88C9FF2FD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86099-1026-A3C4-DC73-BBCB2B80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BE75-7EAA-0D1E-F997-3B23B12A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7187A-C156-6BCA-3CC7-021836BD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7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11C0-FBD3-7A64-795F-8EE7A7A3C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D4090-D56A-5835-51C6-AAB0BDFDD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96DD3-7004-9E67-B778-49132CCE9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797FA-72A0-4F93-077C-7306BCAD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8CBBC-B394-648E-D97B-D8180943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6127C-EB04-841B-F9F5-67F15EA1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4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B961-50BD-1067-BEB3-B3DD14D8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A630E-1F38-938B-B81B-7DF0FE85D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394D2-1622-F4DF-5880-D2DFBB830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2A34BB-19D0-DDD4-6D1A-525D6728B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118652-D7A2-2689-8F45-5D8D9DF2D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B282C8-818F-0155-49D9-2EBA1E39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D9E45-28BC-279C-2E89-AB2C28B7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A257E-EA3C-35D5-57B9-625051660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4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E545E-5AA9-100B-48F4-050692E6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E2B74-5BD5-8952-B7CF-60668361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588A3-505E-D61E-25B3-DA7C47419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658E9-7C54-972B-752E-D8B4E273B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9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72DF9-0DDD-F183-F115-5853B575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3FB35-CD4D-F02F-C105-1E349C56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4ABF0-2C51-B2C6-0D95-8362BF76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2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05412-043A-3042-5BB2-A7F9CAC2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61574-BDEC-D9C1-C9CA-DC8CF4473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44077-755E-F4B6-17CE-CF1C23B8C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22FB1-8230-B1E3-9D91-9FB7D746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30938-5B87-5BDD-B167-350D4958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39D74-E8CC-FBF0-6EF7-F8ED5A2EE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0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0964-2C0E-EFE1-A13F-ABDFFA47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CE19C-CF6C-7525-794B-23104DBD4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57910-7DDA-00A1-8647-B6D744F34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0CEDA-A119-CC3B-3A44-18643414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29464-5368-1DA1-37B1-D4878372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F3AEC-64AE-DD7A-FD8B-02ABC20F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2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F5FF0-1C91-7009-AE7B-BAF2694C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7551A-CB97-9B86-1CB7-AFDEDCDE8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BF52E-01FD-5B3B-A6EE-27665914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D6D78-8C10-42AE-5260-13C3C28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7E39C-5ADC-EFE3-C81F-0566A8CF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59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76D517-40C4-DA86-10CD-08CD8305D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5C240-BB0C-1C19-4E2D-7A51A7219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82FB8-5D67-9956-39D8-39C756D3F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3A0E-E697-A664-146A-84C99792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052C1-0721-30C0-BFDC-3F84A028B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3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08D2A8-00AE-DCFA-F7C5-4E5ACA442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D38A6-53DA-9431-DA94-5BF3DFAC6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8458D-5CEF-316F-762D-000A7B031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8CE7D-5028-4D50-83EE-4107B0BF759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013D9-88FB-A21E-83B3-53F2445A0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6DEBA-5BAD-8EBF-6612-08C3FF195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872DE-B6FA-4CC8-91D1-F4C442A50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1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7E983-1D87-7339-B621-A87A10DE6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 dirty="0"/>
              <a:t>Lazuli Security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6856C-9E0F-FF35-D129-5403A24715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/>
              <a:t>Name: Roy Mwangi</a:t>
            </a:r>
          </a:p>
          <a:p>
            <a:pPr algn="l"/>
            <a:r>
              <a:rPr lang="en-US" dirty="0"/>
              <a:t>Registration Number: 24/06559</a:t>
            </a:r>
          </a:p>
          <a:p>
            <a:pPr algn="l"/>
            <a:r>
              <a:rPr lang="en-US" dirty="0"/>
              <a:t>Course: BISF</a:t>
            </a:r>
          </a:p>
          <a:p>
            <a:pPr algn="l"/>
            <a:r>
              <a:rPr lang="en-US" dirty="0"/>
              <a:t>Supervisor: Kevin </a:t>
            </a:r>
            <a:r>
              <a:rPr lang="en-US" dirty="0" err="1"/>
              <a:t>Mugoye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309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E8C6E-5109-E3C9-210E-6872049F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Background of the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75818-09EC-3F1C-B307-FA38EAA00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Lazuli is a mid-sized financial services company with approximately 50 employees in site. </a:t>
            </a:r>
          </a:p>
          <a:p>
            <a:r>
              <a:rPr lang="en-US" dirty="0"/>
              <a:t>They rely on web-based systems to manage sensitive client data. </a:t>
            </a:r>
          </a:p>
          <a:p>
            <a:r>
              <a:rPr lang="en-US" dirty="0"/>
              <a:t>The organization handles confidential financial records and requires secure access control mechanisms to protect internal systems. </a:t>
            </a:r>
          </a:p>
        </p:txBody>
      </p:sp>
    </p:spTree>
    <p:extLst>
      <p:ext uri="{BB962C8B-B14F-4D97-AF65-F5344CB8AC3E}">
        <p14:creationId xmlns:p14="http://schemas.microsoft.com/office/powerpoint/2010/main" val="205034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E37E7-8CE6-D9E5-D713-E6D1272BD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13947-4582-6BA0-7578-423D751C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A0C01-5930-4BF4-0CE7-B5A0A7A49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organization currently lacks a centralized system for monitoring user access to internal systems.</a:t>
            </a:r>
          </a:p>
          <a:p>
            <a:r>
              <a:rPr lang="en-US" dirty="0"/>
              <a:t>There is no structured logging, no automated detection of suspicious login behaviour and limited visibility into unauthorized access attempts.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8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BFBF77-C345-866D-DE40-2A70A279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727A-F850-5C09-ACF1-FD46AACF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12EB8-924B-0904-033E-A2358EAFF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result: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Potential insider threats may go undetected.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Repeated failed login attempts are not flagged.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Administrators lack real-time audit visibility.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15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61444-4EE7-2B33-F5EF-314925A9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A315-6CE0-30F7-C1F0-7A7E8764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BD92E-6197-E34D-C5B2-317AA05BC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u="sng" dirty="0"/>
              <a:t>Primary Objectives</a:t>
            </a:r>
          </a:p>
          <a:p>
            <a:pPr marL="0" lvl="0" indent="0">
              <a:buNone/>
            </a:pPr>
            <a:r>
              <a:rPr lang="en-US" dirty="0"/>
              <a:t>Develop a web-based access monitoring system to log, analyze and report user authentication activities.</a:t>
            </a:r>
          </a:p>
          <a:p>
            <a:pPr marL="0" lvl="0" indent="0">
              <a:buNone/>
            </a:pPr>
            <a:endParaRPr lang="en-US" u="sng" dirty="0"/>
          </a:p>
          <a:p>
            <a:pPr marL="0" lvl="0" indent="0">
              <a:buNone/>
            </a:pPr>
            <a:r>
              <a:rPr lang="en-US" u="sng" dirty="0"/>
              <a:t>Specific Objectives</a:t>
            </a:r>
          </a:p>
          <a:p>
            <a:pPr lvl="0"/>
            <a:r>
              <a:rPr lang="en-US" dirty="0"/>
              <a:t>Analyze system logs and detect unusual patterns</a:t>
            </a:r>
          </a:p>
          <a:p>
            <a:pPr lvl="0"/>
            <a:r>
              <a:rPr lang="en-US" dirty="0"/>
              <a:t>Implement user authentication and role-based access control</a:t>
            </a:r>
          </a:p>
          <a:p>
            <a:pPr lvl="0"/>
            <a:r>
              <a:rPr lang="en-US" dirty="0"/>
              <a:t>Provide recommendation based on identified risks</a:t>
            </a:r>
          </a:p>
          <a:p>
            <a:pPr lvl="0"/>
            <a:r>
              <a:rPr lang="en-US" dirty="0"/>
              <a:t>Generate automated audit reports</a:t>
            </a:r>
          </a:p>
          <a:p>
            <a:pPr lvl="0"/>
            <a:r>
              <a:rPr lang="en-US" dirty="0"/>
              <a:t>Record and store access records in a centralized database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3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AA87F-17C1-6AC8-EDA5-5D151967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6062-E67F-3E11-ECE7-8F19E0DB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Significance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C987E-DA3B-FB40-B902-1B94A8237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Improves internal security visibility.</a:t>
            </a:r>
          </a:p>
          <a:p>
            <a:r>
              <a:rPr lang="en-US" dirty="0"/>
              <a:t>Reduces risk of unauthorized access</a:t>
            </a:r>
          </a:p>
          <a:p>
            <a:r>
              <a:rPr lang="en-US" dirty="0"/>
              <a:t>Enhances accountability.</a:t>
            </a:r>
          </a:p>
          <a:p>
            <a:r>
              <a:rPr lang="en-US" dirty="0"/>
              <a:t>Support compliance efforts</a:t>
            </a:r>
          </a:p>
          <a:p>
            <a:r>
              <a:rPr lang="en-US" dirty="0"/>
              <a:t>Strengthens audit readiness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95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5AE44-0FD5-3C79-1AED-627034520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5D86-9328-7DD4-5A77-0BBE819C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A8C4F-6109-65DC-5AD7-1127F1D98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  Authentication </a:t>
            </a:r>
          </a:p>
          <a:p>
            <a:r>
              <a:rPr lang="en-US" dirty="0"/>
              <a:t>This is the process of verifying the identity of a user before granting access to a system. </a:t>
            </a:r>
          </a:p>
          <a:p>
            <a:r>
              <a:rPr lang="en-US" dirty="0"/>
              <a:t>Most organizational systems rely on password-based authentication, where user credentials are validated against stored records. To enhance security, passwords are typically stored using hashing algorithms rather than in plain text form. </a:t>
            </a:r>
          </a:p>
          <a:p>
            <a:r>
              <a:rPr lang="en-US" dirty="0"/>
              <a:t>Hashing ensures that even if the database is compromised, user passwords cannot be easily retrieved.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5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ABB58-89CE-C24B-B61D-335603A5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8BB68-D613-2853-A809-2B8AD9C0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DD90F-FB1C-DAE7-1227-CBA1B56CE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Role-Based Access Control</a:t>
            </a:r>
          </a:p>
          <a:p>
            <a:r>
              <a:rPr lang="en-US" dirty="0"/>
              <a:t>This is a widely adopted access control model in which permissions are assigned to roles instead of individual users. </a:t>
            </a:r>
          </a:p>
          <a:p>
            <a:r>
              <a:rPr lang="en-US" dirty="0"/>
              <a:t>Users are then assigned roles based on their responsibilities within the organization. </a:t>
            </a:r>
          </a:p>
          <a:p>
            <a:r>
              <a:rPr lang="en-US" dirty="0"/>
              <a:t>This approach simplifies permission management and reduces the risk of unauthorized access by limiting privileges according to defined roles.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9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2A11C-56C3-962C-E1D3-09B594B3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8C9C-11DF-8275-C340-A96ED215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BA6F9-547E-5DBD-655A-7EDA49034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Log-based Monitoring and Intrusion Detection system</a:t>
            </a:r>
          </a:p>
          <a:p>
            <a:r>
              <a:rPr lang="en-US" dirty="0"/>
              <a:t>System logging plays a critical role in cybersecurity by recording user activities such as login attempts and access events. </a:t>
            </a:r>
          </a:p>
          <a:p>
            <a:r>
              <a:rPr lang="en-US" dirty="0"/>
              <a:t>Log-based monitoring allows administrators to analyze patterns and detect suspicious behavior, including repeated failed login attempts or access outside defined working hours. </a:t>
            </a:r>
          </a:p>
          <a:p>
            <a:r>
              <a:rPr lang="en-US" dirty="0"/>
              <a:t>Such monitoring mechanisms improve accountability and strengthen organizational security posture.</a:t>
            </a:r>
          </a:p>
        </p:txBody>
      </p:sp>
    </p:spTree>
    <p:extLst>
      <p:ext uri="{BB962C8B-B14F-4D97-AF65-F5344CB8AC3E}">
        <p14:creationId xmlns:p14="http://schemas.microsoft.com/office/powerpoint/2010/main" val="3604094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764BC-2340-8240-1B3C-A24DDF00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C4FFE-9330-9AED-04FB-1DDDEFAD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SDLC Model: Waterfall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B8FEF-CEEB-04F1-7DD1-575BC740D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Waterfall model is a linear and sequential approach where each phase is completed before moving to the next.	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u="sng" dirty="0"/>
              <a:t>Why waterfall method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Requirements are clearly defined.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Scope is fixed and academic in nature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Structured documentation is needed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Easy to manage within a limited academic timeline</a:t>
            </a:r>
          </a:p>
        </p:txBody>
      </p:sp>
    </p:spTree>
    <p:extLst>
      <p:ext uri="{BB962C8B-B14F-4D97-AF65-F5344CB8AC3E}">
        <p14:creationId xmlns:p14="http://schemas.microsoft.com/office/powerpoint/2010/main" val="16657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FFDE2-6EA3-2FE9-0234-9671C796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D3D31-45A0-39E8-E8CE-A013EB40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Requirement analysis and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F87FF-4661-84B1-9375-A2ACF069F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u="sng" dirty="0"/>
              <a:t>Requirement Analysis</a:t>
            </a:r>
          </a:p>
          <a:p>
            <a:r>
              <a:rPr lang="en-US" dirty="0"/>
              <a:t>The requirements analysis phase involves identifying system functionalities and understanding user needs. It ensures that the system addresses the actual problem. Methods such 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Interviews with system administrators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Questionnaires for potential users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Observation of existing access management systems</a:t>
            </a:r>
          </a:p>
          <a:p>
            <a:pPr marL="0" indent="0">
              <a:buNone/>
            </a:pPr>
            <a:r>
              <a:rPr lang="en-US" u="sng" dirty="0"/>
              <a:t>Risk Analysis</a:t>
            </a:r>
          </a:p>
          <a:p>
            <a:r>
              <a:rPr lang="en-US" dirty="0"/>
              <a:t>Risk: Lack of programming expertise</a:t>
            </a:r>
            <a:br>
              <a:rPr lang="en-US" dirty="0"/>
            </a:br>
            <a:r>
              <a:rPr lang="en-US" dirty="0"/>
              <a:t>Mitigation: Incremental learning and modular development</a:t>
            </a:r>
          </a:p>
          <a:p>
            <a:r>
              <a:rPr lang="en-US" dirty="0"/>
              <a:t>Risk: Time constraints</a:t>
            </a:r>
            <a:br>
              <a:rPr lang="en-US" dirty="0"/>
            </a:br>
            <a:r>
              <a:rPr lang="en-US" dirty="0"/>
              <a:t>Mitigation: Strict adherence to development schedule</a:t>
            </a:r>
          </a:p>
          <a:p>
            <a:r>
              <a:rPr lang="en-US" dirty="0"/>
              <a:t>Risk: System complexity</a:t>
            </a:r>
            <a:br>
              <a:rPr lang="en-US" dirty="0"/>
            </a:br>
            <a:r>
              <a:rPr lang="en-US" dirty="0"/>
              <a:t>Mitigation: Limiting scope to core security features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1404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3276C-11F5-84BB-823D-BC9A32913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5DA9-1E5D-DDEF-E606-DF42EA21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System Design and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0324-6C4A-26ED-FFA5-69FD1F40B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u="sng" dirty="0"/>
              <a:t>System Design</a:t>
            </a:r>
          </a:p>
          <a:p>
            <a:r>
              <a:rPr lang="en-US" dirty="0"/>
              <a:t>The design phase translates requirements into technical specifications and system architecture.</a:t>
            </a:r>
          </a:p>
          <a:p>
            <a:r>
              <a:rPr lang="en-US" dirty="0"/>
              <a:t>Design tools used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Data flow diagrams – To illustrate data movements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Use-case diagram – Shows interactions between users and the system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ERD diagram – Defines database tables</a:t>
            </a:r>
          </a:p>
          <a:p>
            <a:pPr marL="0" indent="0">
              <a:buNone/>
            </a:pPr>
            <a:r>
              <a:rPr lang="en-US" u="sng" dirty="0"/>
              <a:t>Implementation</a:t>
            </a:r>
          </a:p>
          <a:p>
            <a:pPr marL="0" indent="0">
              <a:buNone/>
            </a:pPr>
            <a:r>
              <a:rPr lang="en-US" dirty="0"/>
              <a:t>Frontend:</a:t>
            </a:r>
          </a:p>
          <a:p>
            <a:pPr marL="0" indent="0">
              <a:buNone/>
            </a:pPr>
            <a:r>
              <a:rPr lang="en-US" dirty="0"/>
              <a:t>• HTML – structure of web pages</a:t>
            </a:r>
            <a:br>
              <a:rPr lang="en-US" dirty="0"/>
            </a:br>
            <a:r>
              <a:rPr lang="en-US" dirty="0"/>
              <a:t>• CSS – styling and layout</a:t>
            </a:r>
            <a:br>
              <a:rPr lang="en-US" dirty="0"/>
            </a:br>
            <a:r>
              <a:rPr lang="en-US" dirty="0"/>
              <a:t>• JavaScript– basic interactivity</a:t>
            </a:r>
          </a:p>
          <a:p>
            <a:pPr marL="0" indent="0">
              <a:buNone/>
            </a:pPr>
            <a:r>
              <a:rPr lang="en-US" dirty="0"/>
              <a:t>Backend:</a:t>
            </a:r>
          </a:p>
          <a:p>
            <a:r>
              <a:rPr lang="en-US" dirty="0"/>
              <a:t>• Python Flask framework</a:t>
            </a:r>
            <a:br>
              <a:rPr lang="en-US" dirty="0"/>
            </a:br>
            <a:r>
              <a:rPr lang="en-US" dirty="0"/>
              <a:t>• SQLite or MySQL database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bcrypt</a:t>
            </a:r>
            <a:r>
              <a:rPr lang="en-US" dirty="0"/>
              <a:t> -or password hashing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499520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0C00E-F774-9D25-D95C-4FA3D26E0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2CCB5-AD59-D31F-D2DD-BCFB2431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Testing and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29BA3-FC4D-70F5-1FA1-BFCEDA735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u="sng" dirty="0"/>
              <a:t>Testing</a:t>
            </a:r>
          </a:p>
          <a:p>
            <a:pPr marL="0" indent="0">
              <a:buNone/>
            </a:pPr>
            <a:r>
              <a:rPr lang="en-US" dirty="0"/>
              <a:t>The following testing methods will be used:</a:t>
            </a:r>
          </a:p>
          <a:p>
            <a:pPr lvl="1"/>
            <a:r>
              <a:rPr lang="en-US" dirty="0"/>
              <a:t>Unit testing- This is testing the individual modules.</a:t>
            </a:r>
          </a:p>
          <a:p>
            <a:pPr lvl="1"/>
            <a:r>
              <a:rPr lang="en-US" dirty="0"/>
              <a:t>Integration testing – Ensures modules work together</a:t>
            </a:r>
          </a:p>
          <a:p>
            <a:pPr lvl="1"/>
            <a:r>
              <a:rPr lang="en-US" dirty="0"/>
              <a:t>System testing- Testing the full system functionality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/>
              <a:t>Maintenance</a:t>
            </a:r>
          </a:p>
          <a:p>
            <a:r>
              <a:rPr lang="en-US" dirty="0"/>
              <a:t>Corrective Maintenance - Fixing bugs discovered after deployment</a:t>
            </a:r>
          </a:p>
          <a:p>
            <a:r>
              <a:rPr lang="en-US" dirty="0"/>
              <a:t>Adaptive Maintenance - Modifying system if organizational needs change</a:t>
            </a:r>
          </a:p>
          <a:p>
            <a:r>
              <a:rPr lang="en-US" dirty="0"/>
              <a:t>Perfective Maintenance - Improving performance or adding enhancement</a:t>
            </a:r>
          </a:p>
          <a:p>
            <a:pPr marL="0" indent="0">
              <a:buNone/>
            </a:pPr>
            <a:r>
              <a:rPr lang="en-US" dirty="0"/>
              <a:t>Risks during maintenance:</a:t>
            </a:r>
          </a:p>
          <a:p>
            <a:pPr lvl="1"/>
            <a:r>
              <a:rPr lang="en-US" dirty="0"/>
              <a:t>Risk: Security vulnerabilities discovered</a:t>
            </a:r>
            <a:br>
              <a:rPr lang="en-US" dirty="0"/>
            </a:br>
            <a:r>
              <a:rPr lang="en-US" dirty="0"/>
              <a:t>Mitigation: Regular updates and code review</a:t>
            </a:r>
          </a:p>
          <a:p>
            <a:pPr lvl="1"/>
            <a:r>
              <a:rPr lang="en-US" dirty="0"/>
              <a:t>Risk: System misuse</a:t>
            </a:r>
            <a:br>
              <a:rPr lang="en-US" dirty="0"/>
            </a:br>
            <a:r>
              <a:rPr lang="en-US" dirty="0"/>
              <a:t>Mitigation: Proper user training</a:t>
            </a:r>
          </a:p>
          <a:p>
            <a:pPr lvl="1"/>
            <a:r>
              <a:rPr lang="en-US" dirty="0"/>
              <a:t>Risk: Data loss</a:t>
            </a:r>
            <a:br>
              <a:rPr lang="en-US" dirty="0"/>
            </a:br>
            <a:r>
              <a:rPr lang="en-US" dirty="0"/>
              <a:t>Mitigation: Regular database backups</a:t>
            </a:r>
          </a:p>
          <a:p>
            <a:pPr marL="0" indent="0"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539185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3A16E-1E4A-2DE4-AE82-30EA16EDC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66EE-6F69-267E-D17E-D8857AF30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44C08-AB9D-E654-E074-7F7EC5430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u="sng" dirty="0"/>
              <a:t>Software Development Tools</a:t>
            </a:r>
          </a:p>
          <a:p>
            <a:r>
              <a:rPr lang="en-US" dirty="0"/>
              <a:t>Python (Open-source) – Ksh. 0</a:t>
            </a:r>
          </a:p>
          <a:p>
            <a:r>
              <a:rPr lang="en-US" dirty="0"/>
              <a:t>Flask Framework (Open-source) – Ksh. 0</a:t>
            </a:r>
          </a:p>
          <a:p>
            <a:r>
              <a:rPr lang="en-US" dirty="0"/>
              <a:t>SQLite/MySQL Database (Open-source) – Ksh. 0</a:t>
            </a:r>
          </a:p>
          <a:p>
            <a:r>
              <a:rPr lang="en-US" dirty="0"/>
              <a:t>Visual Studio Code (Open-source) – Ksh. 0</a:t>
            </a:r>
          </a:p>
          <a:p>
            <a:pPr marL="0" indent="0">
              <a:buNone/>
            </a:pPr>
            <a:r>
              <a:rPr lang="en-US" dirty="0"/>
              <a:t>      Subtotal: Ksh. 0</a:t>
            </a:r>
          </a:p>
          <a:p>
            <a:pPr marL="0" indent="0">
              <a:buNone/>
            </a:pPr>
            <a:r>
              <a:rPr lang="en-US" dirty="0"/>
              <a:t>2</a:t>
            </a:r>
            <a:r>
              <a:rPr lang="en-US" b="1" dirty="0"/>
              <a:t>. </a:t>
            </a:r>
            <a:r>
              <a:rPr lang="en-US" u="sng" dirty="0"/>
              <a:t>Development and Implementation Cost</a:t>
            </a:r>
          </a:p>
          <a:p>
            <a:r>
              <a:rPr lang="en-US" dirty="0"/>
              <a:t>Developer time and implementation effort – Ksh. 80,000</a:t>
            </a:r>
          </a:p>
          <a:p>
            <a:pPr marL="0" indent="0">
              <a:buNone/>
            </a:pPr>
            <a:r>
              <a:rPr lang="en-US" dirty="0"/>
              <a:t>(This cost accounts for system design, coding, testing, and documentation.)</a:t>
            </a:r>
          </a:p>
          <a:p>
            <a:pPr marL="0" indent="0">
              <a:buNone/>
            </a:pPr>
            <a:r>
              <a:rPr lang="en-US" dirty="0"/>
              <a:t>3</a:t>
            </a:r>
            <a:r>
              <a:rPr lang="en-US" b="1" dirty="0"/>
              <a:t>. </a:t>
            </a:r>
            <a:r>
              <a:rPr lang="en-US" u="sng" dirty="0"/>
              <a:t>Deployment and Hosting </a:t>
            </a:r>
          </a:p>
          <a:p>
            <a:r>
              <a:rPr lang="en-US" dirty="0"/>
              <a:t>Local server setup – Ksh. 10,000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4. </a:t>
            </a:r>
            <a:r>
              <a:rPr lang="en-US" u="sng" dirty="0"/>
              <a:t>Documentation and Training</a:t>
            </a:r>
          </a:p>
          <a:p>
            <a:r>
              <a:rPr lang="en-US" dirty="0"/>
              <a:t>User manual preparation and system documentation – Ksh. 2,000</a:t>
            </a:r>
          </a:p>
          <a:p>
            <a:r>
              <a:rPr lang="en-US" dirty="0"/>
              <a:t>Basic user training session – Ksh. 5,000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Subtotal </a:t>
            </a:r>
            <a:r>
              <a:rPr lang="en-US" dirty="0"/>
              <a:t> - Ksh. 97,000</a:t>
            </a:r>
            <a:endParaRPr lang="en-US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546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46F2A-E142-77E9-8A64-121A73294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DF24F-B311-680B-4CB5-6CF17DCB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Project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5AAC-641A-E777-5712-146507EC5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 1–2: Requirements &amp; Design</a:t>
            </a:r>
          </a:p>
          <a:p>
            <a:r>
              <a:rPr lang="en-US" dirty="0"/>
              <a:t>Week 3–4: Authentication Module</a:t>
            </a:r>
          </a:p>
          <a:p>
            <a:r>
              <a:rPr lang="en-US" dirty="0"/>
              <a:t>Week 5: Logging System</a:t>
            </a:r>
          </a:p>
          <a:p>
            <a:r>
              <a:rPr lang="en-US" dirty="0"/>
              <a:t>Week 6: Detection Engine</a:t>
            </a:r>
          </a:p>
          <a:p>
            <a:r>
              <a:rPr lang="en-US" dirty="0"/>
              <a:t>Week 7: Dashboard</a:t>
            </a:r>
          </a:p>
          <a:p>
            <a:r>
              <a:rPr lang="en-US" dirty="0"/>
              <a:t>Week 8: Testing &amp;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929086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99BD6-D551-C3FA-CE1E-B9788061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1620-79EA-21DA-E471-928EDECE2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849FD-4D6A-2FAC-2746-28DDE714E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Ferraiolo, D., Cugini, J., &amp; Kuhn, D. R. (1995, December). Role-based access control (RBAC): Features and motivations. In </a:t>
            </a:r>
            <a:r>
              <a:rPr lang="en-US" i="1" dirty="0"/>
              <a:t>Proceedings of 11th annual computer security application conference</a:t>
            </a:r>
            <a:r>
              <a:rPr lang="en-US" dirty="0"/>
              <a:t> (pp. 241-48).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Krawczyk, H. (1994, August). LFSR-based hashing and authentication. In </a:t>
            </a:r>
            <a:r>
              <a:rPr lang="en-US" i="1" dirty="0"/>
              <a:t>Annual International Cryptology Conference</a:t>
            </a:r>
            <a:r>
              <a:rPr lang="en-US" dirty="0"/>
              <a:t> (pp. 129-139). Berlin, Heidelberg: Springer Berlin Heidelberg.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Cândido, J., </a:t>
            </a:r>
            <a:r>
              <a:rPr lang="en-US" dirty="0" err="1"/>
              <a:t>Aniche</a:t>
            </a:r>
            <a:r>
              <a:rPr lang="en-US" dirty="0"/>
              <a:t>, M., &amp; Van Deursen, A. (2021). Log-based software monitoring: a systematic mapping study. </a:t>
            </a:r>
            <a:r>
              <a:rPr lang="en-US" i="1" dirty="0" err="1"/>
              <a:t>PeerJ</a:t>
            </a:r>
            <a:r>
              <a:rPr lang="en-US" i="1" dirty="0"/>
              <a:t> Computer Science</a:t>
            </a:r>
            <a:r>
              <a:rPr lang="en-US" dirty="0"/>
              <a:t>, </a:t>
            </a:r>
            <a:r>
              <a:rPr lang="en-US" i="1" dirty="0"/>
              <a:t>7</a:t>
            </a:r>
            <a:r>
              <a:rPr lang="en-US" dirty="0"/>
              <a:t>, e489.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17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1000</Words>
  <Application>Microsoft Office PowerPoint</Application>
  <PresentationFormat>Widescreen</PresentationFormat>
  <Paragraphs>122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Lazuli Security Systems</vt:lpstr>
      <vt:lpstr>Background of the organization</vt:lpstr>
      <vt:lpstr>Problem statement</vt:lpstr>
      <vt:lpstr>PowerPoint Presentation</vt:lpstr>
      <vt:lpstr>Objectives</vt:lpstr>
      <vt:lpstr>Significance of the project</vt:lpstr>
      <vt:lpstr>Literature review</vt:lpstr>
      <vt:lpstr>PowerPoint Presentation</vt:lpstr>
      <vt:lpstr>PowerPoint Presentation</vt:lpstr>
      <vt:lpstr>SDLC Model: Waterfall Overview</vt:lpstr>
      <vt:lpstr>Requirement analysis and risk analysis</vt:lpstr>
      <vt:lpstr>System Design and Implementation</vt:lpstr>
      <vt:lpstr>Testing and Maintenance</vt:lpstr>
      <vt:lpstr>Budget</vt:lpstr>
      <vt:lpstr>Project schedule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.</dc:creator>
  <cp:lastModifiedBy>Roy .</cp:lastModifiedBy>
  <cp:revision>1</cp:revision>
  <dcterms:created xsi:type="dcterms:W3CDTF">2026-02-19T19:46:29Z</dcterms:created>
  <dcterms:modified xsi:type="dcterms:W3CDTF">2026-02-22T19:41:46Z</dcterms:modified>
</cp:coreProperties>
</file>