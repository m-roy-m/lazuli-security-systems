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59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2" d="100"/>
          <a:sy n="62" d="100"/>
        </p:scale>
        <p:origin x="8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oy ." userId="a305a61255a527d8" providerId="LiveId" clId="{2A5A3CFE-7B24-4F81-BEAA-8922D248F907}"/>
    <pc:docChg chg="custSel addSld delSld modSld sldOrd">
      <pc:chgData name="Roy ." userId="a305a61255a527d8" providerId="LiveId" clId="{2A5A3CFE-7B24-4F81-BEAA-8922D248F907}" dt="2026-04-06T01:03:17.636" v="803"/>
      <pc:docMkLst>
        <pc:docMk/>
      </pc:docMkLst>
      <pc:sldChg chg="modSp new mod setBg">
        <pc:chgData name="Roy ." userId="a305a61255a527d8" providerId="LiveId" clId="{2A5A3CFE-7B24-4F81-BEAA-8922D248F907}" dt="2026-04-06T00:22:30.465" v="149" actId="20577"/>
        <pc:sldMkLst>
          <pc:docMk/>
          <pc:sldMk cId="3492861434" sldId="256"/>
        </pc:sldMkLst>
        <pc:spChg chg="mod">
          <ac:chgData name="Roy ." userId="a305a61255a527d8" providerId="LiveId" clId="{2A5A3CFE-7B24-4F81-BEAA-8922D248F907}" dt="2026-04-06T00:22:04.935" v="115" actId="20577"/>
          <ac:spMkLst>
            <pc:docMk/>
            <pc:sldMk cId="3492861434" sldId="256"/>
            <ac:spMk id="2" creationId="{39933FC0-BB33-DB36-F04D-B06B28E1661B}"/>
          </ac:spMkLst>
        </pc:spChg>
        <pc:spChg chg="mod">
          <ac:chgData name="Roy ." userId="a305a61255a527d8" providerId="LiveId" clId="{2A5A3CFE-7B24-4F81-BEAA-8922D248F907}" dt="2026-04-06T00:22:30.465" v="149" actId="20577"/>
          <ac:spMkLst>
            <pc:docMk/>
            <pc:sldMk cId="3492861434" sldId="256"/>
            <ac:spMk id="3" creationId="{C9BC9A43-D133-6ACA-8CCA-E4D826B7B0F6}"/>
          </ac:spMkLst>
        </pc:spChg>
      </pc:sldChg>
      <pc:sldChg chg="new del">
        <pc:chgData name="Roy ." userId="a305a61255a527d8" providerId="LiveId" clId="{2A5A3CFE-7B24-4F81-BEAA-8922D248F907}" dt="2026-04-06T00:20:14.019" v="75" actId="2696"/>
        <pc:sldMkLst>
          <pc:docMk/>
          <pc:sldMk cId="303734750" sldId="257"/>
        </pc:sldMkLst>
      </pc:sldChg>
      <pc:sldChg chg="modSp new mod setBg">
        <pc:chgData name="Roy ." userId="a305a61255a527d8" providerId="LiveId" clId="{2A5A3CFE-7B24-4F81-BEAA-8922D248F907}" dt="2026-04-06T00:30:47.799" v="393" actId="20577"/>
        <pc:sldMkLst>
          <pc:docMk/>
          <pc:sldMk cId="1055809021" sldId="257"/>
        </pc:sldMkLst>
        <pc:spChg chg="mod">
          <ac:chgData name="Roy ." userId="a305a61255a527d8" providerId="LiveId" clId="{2A5A3CFE-7B24-4F81-BEAA-8922D248F907}" dt="2026-04-06T00:27:25.349" v="177" actId="20577"/>
          <ac:spMkLst>
            <pc:docMk/>
            <pc:sldMk cId="1055809021" sldId="257"/>
            <ac:spMk id="2" creationId="{AF978BC2-7638-B188-DECD-D3387D7D6E2E}"/>
          </ac:spMkLst>
        </pc:spChg>
        <pc:spChg chg="mod">
          <ac:chgData name="Roy ." userId="a305a61255a527d8" providerId="LiveId" clId="{2A5A3CFE-7B24-4F81-BEAA-8922D248F907}" dt="2026-04-06T00:30:47.799" v="393" actId="20577"/>
          <ac:spMkLst>
            <pc:docMk/>
            <pc:sldMk cId="1055809021" sldId="257"/>
            <ac:spMk id="3" creationId="{E1006CD1-693A-B474-5A1E-257AFFC49F80}"/>
          </ac:spMkLst>
        </pc:spChg>
      </pc:sldChg>
      <pc:sldChg chg="modSp add mod">
        <pc:chgData name="Roy ." userId="a305a61255a527d8" providerId="LiveId" clId="{2A5A3CFE-7B24-4F81-BEAA-8922D248F907}" dt="2026-04-06T00:45:47.250" v="669" actId="5793"/>
        <pc:sldMkLst>
          <pc:docMk/>
          <pc:sldMk cId="452585460" sldId="258"/>
        </pc:sldMkLst>
        <pc:spChg chg="mod">
          <ac:chgData name="Roy ." userId="a305a61255a527d8" providerId="LiveId" clId="{2A5A3CFE-7B24-4F81-BEAA-8922D248F907}" dt="2026-04-06T00:31:05.430" v="422" actId="20577"/>
          <ac:spMkLst>
            <pc:docMk/>
            <pc:sldMk cId="452585460" sldId="258"/>
            <ac:spMk id="2" creationId="{DCF6AB48-0EDF-7DF6-28AC-16DBDF8FE4F5}"/>
          </ac:spMkLst>
        </pc:spChg>
        <pc:spChg chg="mod">
          <ac:chgData name="Roy ." userId="a305a61255a527d8" providerId="LiveId" clId="{2A5A3CFE-7B24-4F81-BEAA-8922D248F907}" dt="2026-04-06T00:45:47.250" v="669" actId="5793"/>
          <ac:spMkLst>
            <pc:docMk/>
            <pc:sldMk cId="452585460" sldId="258"/>
            <ac:spMk id="3" creationId="{7FF5C3CB-86F4-38C9-9BE5-6B1ABE0D624E}"/>
          </ac:spMkLst>
        </pc:spChg>
      </pc:sldChg>
      <pc:sldChg chg="modSp add mod">
        <pc:chgData name="Roy ." userId="a305a61255a527d8" providerId="LiveId" clId="{2A5A3CFE-7B24-4F81-BEAA-8922D248F907}" dt="2026-04-06T00:48:01.445" v="695" actId="20577"/>
        <pc:sldMkLst>
          <pc:docMk/>
          <pc:sldMk cId="4014891237" sldId="259"/>
        </pc:sldMkLst>
        <pc:spChg chg="mod">
          <ac:chgData name="Roy ." userId="a305a61255a527d8" providerId="LiveId" clId="{2A5A3CFE-7B24-4F81-BEAA-8922D248F907}" dt="2026-04-06T00:48:01.445" v="695" actId="20577"/>
          <ac:spMkLst>
            <pc:docMk/>
            <pc:sldMk cId="4014891237" sldId="259"/>
            <ac:spMk id="2" creationId="{596DBF7E-7D8E-75F6-2E74-9B5E672BC6A9}"/>
          </ac:spMkLst>
        </pc:spChg>
      </pc:sldChg>
      <pc:sldChg chg="modSp add mod ord">
        <pc:chgData name="Roy ." userId="a305a61255a527d8" providerId="LiveId" clId="{2A5A3CFE-7B24-4F81-BEAA-8922D248F907}" dt="2026-04-06T01:03:17.636" v="803"/>
        <pc:sldMkLst>
          <pc:docMk/>
          <pc:sldMk cId="2788766658" sldId="260"/>
        </pc:sldMkLst>
        <pc:spChg chg="mod">
          <ac:chgData name="Roy ." userId="a305a61255a527d8" providerId="LiveId" clId="{2A5A3CFE-7B24-4F81-BEAA-8922D248F907}" dt="2026-04-06T00:48:14.435" v="720" actId="20577"/>
          <ac:spMkLst>
            <pc:docMk/>
            <pc:sldMk cId="2788766658" sldId="260"/>
            <ac:spMk id="2" creationId="{BBCA2262-7912-1EAB-A956-1EE273CC55B8}"/>
          </ac:spMkLst>
        </pc:spChg>
        <pc:spChg chg="mod">
          <ac:chgData name="Roy ." userId="a305a61255a527d8" providerId="LiveId" clId="{2A5A3CFE-7B24-4F81-BEAA-8922D248F907}" dt="2026-04-06T01:02:47.276" v="801" actId="20577"/>
          <ac:spMkLst>
            <pc:docMk/>
            <pc:sldMk cId="2788766658" sldId="260"/>
            <ac:spMk id="3" creationId="{A5736225-CC02-302D-9BD5-28740C7CE592}"/>
          </ac:spMkLst>
        </pc:spChg>
      </pc:sldChg>
      <pc:sldChg chg="add">
        <pc:chgData name="Roy ." userId="a305a61255a527d8" providerId="LiveId" clId="{2A5A3CFE-7B24-4F81-BEAA-8922D248F907}" dt="2026-04-06T00:20:55.548" v="82" actId="2890"/>
        <pc:sldMkLst>
          <pc:docMk/>
          <pc:sldMk cId="3950319093" sldId="261"/>
        </pc:sldMkLst>
      </pc:sldChg>
      <pc:sldChg chg="add">
        <pc:chgData name="Roy ." userId="a305a61255a527d8" providerId="LiveId" clId="{2A5A3CFE-7B24-4F81-BEAA-8922D248F907}" dt="2026-04-06T00:21:17.058" v="83" actId="2890"/>
        <pc:sldMkLst>
          <pc:docMk/>
          <pc:sldMk cId="2916957549" sldId="262"/>
        </pc:sldMkLst>
      </pc:sldChg>
      <pc:sldChg chg="add">
        <pc:chgData name="Roy ." userId="a305a61255a527d8" providerId="LiveId" clId="{2A5A3CFE-7B24-4F81-BEAA-8922D248F907}" dt="2026-04-06T00:21:19.847" v="84" actId="2890"/>
        <pc:sldMkLst>
          <pc:docMk/>
          <pc:sldMk cId="755537279" sldId="263"/>
        </pc:sldMkLst>
      </pc:sldChg>
      <pc:sldChg chg="add">
        <pc:chgData name="Roy ." userId="a305a61255a527d8" providerId="LiveId" clId="{2A5A3CFE-7B24-4F81-BEAA-8922D248F907}" dt="2026-04-06T00:21:21.986" v="85" actId="2890"/>
        <pc:sldMkLst>
          <pc:docMk/>
          <pc:sldMk cId="2418587014" sldId="264"/>
        </pc:sldMkLst>
      </pc:sldChg>
      <pc:sldChg chg="add">
        <pc:chgData name="Roy ." userId="a305a61255a527d8" providerId="LiveId" clId="{2A5A3CFE-7B24-4F81-BEAA-8922D248F907}" dt="2026-04-06T00:21:23.966" v="86" actId="2890"/>
        <pc:sldMkLst>
          <pc:docMk/>
          <pc:sldMk cId="138542464" sldId="265"/>
        </pc:sldMkLst>
      </pc:sldChg>
      <pc:sldChg chg="add">
        <pc:chgData name="Roy ." userId="a305a61255a527d8" providerId="LiveId" clId="{2A5A3CFE-7B24-4F81-BEAA-8922D248F907}" dt="2026-04-06T00:21:25.106" v="87" actId="2890"/>
        <pc:sldMkLst>
          <pc:docMk/>
          <pc:sldMk cId="727599036" sldId="266"/>
        </pc:sldMkLst>
      </pc:sldChg>
      <pc:sldChg chg="add del">
        <pc:chgData name="Roy ." userId="a305a61255a527d8" providerId="LiveId" clId="{2A5A3CFE-7B24-4F81-BEAA-8922D248F907}" dt="2026-04-06T00:48:04.275" v="697"/>
        <pc:sldMkLst>
          <pc:docMk/>
          <pc:sldMk cId="1560519575" sldId="267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5EEEFE-5657-F8DF-EF11-80E49D9CFB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09551F0-62C1-3A7B-3336-BFD1837FFB5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F7F4B1-2BAD-DBDE-B019-08E57F102B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932A5A-983D-4037-A95E-41645F52B3C6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857275-3D61-B3F3-15C6-92E270EFE1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5D6828-B4F5-8C83-CED9-C6AEBE5CD1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99BFC5-5565-457F-9FEB-D48773E9D4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84375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B812B5-F5D7-900A-C1EA-F2D6EF0E96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A3A41B-4024-6108-2CED-0AFFE0BAE4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9DFF60-C4B9-6F84-681C-57C4EFFE68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932A5A-983D-4037-A95E-41645F52B3C6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369830-78E1-4907-9C35-7A7F57FFD4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A0D9BC-5E7E-186D-77E7-5F9C4DDCB6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99BFC5-5565-457F-9FEB-D48773E9D4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61367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CB42BC-A9E6-F0B7-6E80-C07E4C7CA2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62F0D2-9268-8D88-C9A4-304F14D376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A14055-F912-A88F-0C08-0B0F5D946D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932A5A-983D-4037-A95E-41645F52B3C6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4C4783-2598-0846-D767-4CB047149E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71432B-6018-76F9-572F-2173D95F06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99BFC5-5565-457F-9FEB-D48773E9D4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44527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051B9F-65E0-132D-97FF-6DD0CCAAC5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CAD570-ADAA-8AC9-979A-453D49AA647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E44CCC4-EA0F-5781-A6E5-8360D298D8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DA853F-F403-75CC-C400-10B4041DD5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932A5A-983D-4037-A95E-41645F52B3C6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3607433-7BA3-779A-E007-4DC6269F19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CB074A-C5FD-DB91-A893-7FBC443EC4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99BFC5-5565-457F-9FEB-D48773E9D4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30490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19FE2A-4365-A742-5139-254126DE10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AE4F55-193E-AA56-BFCF-E98E0FA6D4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D447057-C21F-F233-8A5C-0D608383F18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5127D50-2904-A620-0079-4265BE40050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6D75952-9475-1A1C-85B3-E568B97C689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2AD0012-A08F-89A0-E3D3-9D7A4C003A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932A5A-983D-4037-A95E-41645F52B3C6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68E5475-9CCD-0540-3740-B0A66EF957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B431EC9-8707-AB72-B533-7B27F65584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99BFC5-5565-457F-9FEB-D48773E9D4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98727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8211A9-82EF-9436-9C5C-B60F070520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6DF022A-D516-A5E6-6272-7E28E07514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932A5A-983D-4037-A95E-41645F52B3C6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2E1BEE8-6E3E-6583-C62F-0613642479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D873D01-2C3D-89B2-BEB5-125CC189C4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99BFC5-5565-457F-9FEB-D48773E9D4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51416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8B767EA-8271-29C1-96A8-933538535B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932A5A-983D-4037-A95E-41645F52B3C6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8206ED5-D837-11EF-E8FF-F7E076CE00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FDF868-C5E4-B80E-3D07-788F6F78CD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99BFC5-5565-457F-9FEB-D48773E9D4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54750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098C47-3AE6-F1E2-72F6-DA581BF3DE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A46044-345A-7033-C1C1-F650091F19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7D1FCD8-AFAA-36F8-6FDB-1E91C12B399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A15965-D9C6-B31E-F99C-F6182FF4D9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932A5A-983D-4037-A95E-41645F52B3C6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59DE086-AFAF-B0CC-9BCC-8A32E875F0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85A5297-1F98-2C31-2A16-4D42E54FC2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99BFC5-5565-457F-9FEB-D48773E9D4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45119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E735AE-39D3-28AC-B3FE-D4AB3300E6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A1ADFEF-2E7B-812E-895B-E8AA5B23B76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314A685-8413-1011-7E71-182E62B9657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0EAB29F-0576-1AA2-35E2-2C6E55D8E3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932A5A-983D-4037-A95E-41645F52B3C6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26B5391-C351-F547-B6F0-605168C96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1064AF-00EF-02C9-2177-B4A9506D30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99BFC5-5565-457F-9FEB-D48773E9D4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76606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F860BA-3F3E-2E76-7AC2-B0E47527D3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D83C1E0-CFA9-BA4C-C40F-12E54EC3A4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0810F7-5DBC-DF6E-1A5F-D8749E33D4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932A5A-983D-4037-A95E-41645F52B3C6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F0BC5D-42E2-05B0-E7EB-BAFC64EC07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7D4361-6F24-3E70-BD0D-1470935BE9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99BFC5-5565-457F-9FEB-D48773E9D4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53036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7A6C371-8D45-378D-422B-BC6EDF7EDC2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330A16F-0313-8D72-3F14-2543C71E096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6ADBD1-B439-7A18-0473-F554498FD9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932A5A-983D-4037-A95E-41645F52B3C6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236319-66E8-4BD6-593D-8902B36F4D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C98D10-792B-75EF-071D-31BE9C0F35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99BFC5-5565-457F-9FEB-D48773E9D4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52958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F58D532-2FE0-7C05-2066-F3716AB5E8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F931F0-B909-BA9F-A7D7-52E9ECAD5A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9D7F34-CF68-A795-F1D4-5B5B83D8560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932A5A-983D-4037-A95E-41645F52B3C6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C8E9FF-1E05-1DB9-945C-C740E9C9DFB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AED8C4-2B80-D712-895C-77F96C86D5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99BFC5-5565-457F-9FEB-D48773E9D4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62969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B0F0">
            <a:alpha val="4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933FC0-BB33-DB36-F04D-B06B28E1661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Lazuli Ltd. Security Systems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9BC9A43-D133-6ACA-8CCA-E4D826B7B0F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Roy Mwangi</a:t>
            </a:r>
            <a:br>
              <a:rPr lang="en-US" dirty="0"/>
            </a:br>
            <a:r>
              <a:rPr lang="en-US" dirty="0"/>
              <a:t>24/06559</a:t>
            </a:r>
            <a:br>
              <a:rPr lang="en-US" dirty="0"/>
            </a:br>
            <a:r>
              <a:rPr lang="en-US" dirty="0"/>
              <a:t>BISF</a:t>
            </a:r>
          </a:p>
        </p:txBody>
      </p:sp>
    </p:spTree>
    <p:extLst>
      <p:ext uri="{BB962C8B-B14F-4D97-AF65-F5344CB8AC3E}">
        <p14:creationId xmlns:p14="http://schemas.microsoft.com/office/powerpoint/2010/main" val="34928614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B0F0">
            <a:alpha val="4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978BC2-7638-B188-DECD-D3387D7D6E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/>
              <a:t>Problem and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006CD1-693A-B474-5A1E-257AFFC49F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u="sng" dirty="0"/>
              <a:t>Problem</a:t>
            </a:r>
          </a:p>
          <a:p>
            <a:r>
              <a:rPr lang="en-US" dirty="0"/>
              <a:t>Lack of a centralized system</a:t>
            </a:r>
          </a:p>
          <a:p>
            <a:r>
              <a:rPr lang="en-US" dirty="0"/>
              <a:t>Lack of role-based access</a:t>
            </a:r>
          </a:p>
          <a:p>
            <a:r>
              <a:rPr lang="en-US" dirty="0"/>
              <a:t>Lack of tracking</a:t>
            </a:r>
          </a:p>
          <a:p>
            <a:pPr marL="0" indent="0">
              <a:buNone/>
            </a:pPr>
            <a:r>
              <a:rPr lang="en-US" u="sng" dirty="0"/>
              <a:t>Objectives</a:t>
            </a:r>
          </a:p>
          <a:p>
            <a:r>
              <a:rPr lang="en-US" dirty="0"/>
              <a:t>Build secure system</a:t>
            </a:r>
          </a:p>
          <a:p>
            <a:r>
              <a:rPr lang="en-US" dirty="0"/>
              <a:t>Implement RBAC</a:t>
            </a:r>
          </a:p>
        </p:txBody>
      </p:sp>
    </p:spTree>
    <p:extLst>
      <p:ext uri="{BB962C8B-B14F-4D97-AF65-F5344CB8AC3E}">
        <p14:creationId xmlns:p14="http://schemas.microsoft.com/office/powerpoint/2010/main" val="10558090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B0F0">
            <a:alpha val="40000"/>
          </a:srgb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A3E4451-D9ED-1554-3210-D88CFB17F9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F6AB48-0EDF-7DF6-28AC-16DBDF8FE4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/>
              <a:t>System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F5C3CB-86F4-38C9-9BE5-6B1ABE0D62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è"/>
            </a:pPr>
            <a:r>
              <a:rPr lang="en-US" dirty="0"/>
              <a:t>New user registers</a:t>
            </a:r>
          </a:p>
          <a:p>
            <a:pPr>
              <a:buFont typeface="Wingdings" panose="05000000000000000000" pitchFamily="2" charset="2"/>
              <a:buChar char="è"/>
            </a:pPr>
            <a:r>
              <a:rPr lang="en-US" dirty="0"/>
              <a:t>Admin approves new registrations.</a:t>
            </a:r>
          </a:p>
          <a:p>
            <a:pPr>
              <a:buFont typeface="Wingdings" panose="05000000000000000000" pitchFamily="2" charset="2"/>
              <a:buChar char="è"/>
            </a:pPr>
            <a:r>
              <a:rPr lang="en-US" dirty="0"/>
              <a:t>User logins after approval</a:t>
            </a:r>
          </a:p>
          <a:p>
            <a:pPr>
              <a:buFont typeface="Wingdings" panose="05000000000000000000" pitchFamily="2" charset="2"/>
              <a:buChar char="è"/>
            </a:pPr>
            <a:r>
              <a:rPr lang="en-US" dirty="0"/>
              <a:t>Role-based dashboard where the default is loan officer</a:t>
            </a:r>
          </a:p>
          <a:p>
            <a:pPr>
              <a:buFont typeface="Wingdings" panose="05000000000000000000" pitchFamily="2" charset="2"/>
              <a:buChar char="è"/>
            </a:pPr>
            <a:r>
              <a:rPr lang="en-US" dirty="0"/>
              <a:t>Admin assigns different roles</a:t>
            </a:r>
          </a:p>
          <a:p>
            <a:pPr>
              <a:buFont typeface="Wingdings" panose="05000000000000000000" pitchFamily="2" charset="2"/>
              <a:buChar char="è"/>
            </a:pPr>
            <a:r>
              <a:rPr lang="en-US" dirty="0"/>
              <a:t>All actions done are logged into a database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25854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B0F0">
            <a:alpha val="40000"/>
          </a:srgb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9BD224D-7E66-6A09-6CE2-E3B953F916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CA2262-7912-1EAB-A956-1EE273CC55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/>
              <a:t>Technologies used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736225-CC02-302D-9BD5-28740C7CE5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AutoNum type="arabicPeriod"/>
            </a:pPr>
            <a:r>
              <a:rPr lang="en-US" dirty="0"/>
              <a:t>Python</a:t>
            </a:r>
          </a:p>
          <a:p>
            <a:pPr marL="514350" indent="-514350">
              <a:buAutoNum type="arabicPeriod"/>
            </a:pPr>
            <a:r>
              <a:rPr lang="en-US" dirty="0"/>
              <a:t>Flask</a:t>
            </a:r>
          </a:p>
          <a:p>
            <a:pPr marL="514350" indent="-514350">
              <a:buAutoNum type="arabicPeriod"/>
            </a:pPr>
            <a:r>
              <a:rPr lang="en-US" dirty="0"/>
              <a:t>Sqlite3</a:t>
            </a:r>
          </a:p>
          <a:p>
            <a:pPr marL="514350" indent="-514350">
              <a:buAutoNum type="arabicPeriod"/>
            </a:pPr>
            <a:r>
              <a:rPr lang="en-US" dirty="0"/>
              <a:t>HTML</a:t>
            </a:r>
          </a:p>
          <a:p>
            <a:pPr marL="514350" indent="-514350">
              <a:buAutoNum type="arabicPeriod"/>
            </a:pPr>
            <a:r>
              <a:rPr lang="en-US" dirty="0"/>
              <a:t>CSS</a:t>
            </a:r>
          </a:p>
          <a:p>
            <a:pPr marL="514350" indent="-514350">
              <a:buAutoNum type="arabicPeriod"/>
            </a:pPr>
            <a:r>
              <a:rPr lang="en-US" dirty="0" err="1"/>
              <a:t>Javascript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87666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B0F0">
            <a:alpha val="40000"/>
          </a:srgb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F4D9A0E-5D27-BF55-5D3E-B82B1DBE02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6DBF7E-7D8E-75F6-2E74-9B5E672BC6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97969C-15D9-B25C-5515-28EEE5BBFA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48912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B0F0">
            <a:alpha val="40000"/>
          </a:srgb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DD5EC55-42D3-409C-81A0-56582061BB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C98416-989A-68AD-A144-0AE41606A5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B22FEF-D5C1-8B5E-1060-9CEAC17DBD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03190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B0F0">
            <a:alpha val="40000"/>
          </a:srgb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9DFA1B9-131E-4A6A-0B53-8AB52F6F4D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DFECFA-67B0-C2EA-EDFB-477B6B80D5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61B63A-DE0D-B860-ECDF-B1A9DA0B2F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69575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B0F0">
            <a:alpha val="40000"/>
          </a:srgb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D234876-85EF-8D59-8F3E-3838BCDA18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64BBBC-8867-8C0A-5F1D-D967F25D2A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307BA3-F0F5-0380-A62D-77AA2D1CE5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55372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B0F0">
            <a:alpha val="40000"/>
          </a:srgb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2F55EC6-B243-42DD-AC73-8524E49889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CC964-77EA-B62C-0B70-7411A7266F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10D70D-3390-693C-213C-8A0DFEE34B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85870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B0F0">
            <a:alpha val="40000"/>
          </a:srgb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7A812D2-F805-79E6-CA15-DDF94B8470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8F6359-F2BA-A787-7406-4D2D7DE426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32CD4F-8D0D-D643-AFEA-F6324AD76C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5424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B0F0">
            <a:alpha val="40000"/>
          </a:srgb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9691D14-46B7-9D1F-FFB1-2F43DDCEE3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0B1788-C5BC-DEDD-63BB-40E8780911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288447-BB51-FD50-71BD-D4F173572A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5990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</TotalTime>
  <Words>75</Words>
  <Application>Microsoft Office PowerPoint</Application>
  <PresentationFormat>Widescreen</PresentationFormat>
  <Paragraphs>24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Calibri Light</vt:lpstr>
      <vt:lpstr>Wingdings</vt:lpstr>
      <vt:lpstr>Office Theme</vt:lpstr>
      <vt:lpstr>Lazuli Ltd. Security Systems</vt:lpstr>
      <vt:lpstr>Problem and Objectives</vt:lpstr>
      <vt:lpstr>System Overview</vt:lpstr>
      <vt:lpstr>Technologies used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Roy .</dc:creator>
  <cp:lastModifiedBy>Roy .</cp:lastModifiedBy>
  <cp:revision>1</cp:revision>
  <dcterms:created xsi:type="dcterms:W3CDTF">2026-04-06T00:11:10Z</dcterms:created>
  <dcterms:modified xsi:type="dcterms:W3CDTF">2026-04-06T01:03:36Z</dcterms:modified>
</cp:coreProperties>
</file>