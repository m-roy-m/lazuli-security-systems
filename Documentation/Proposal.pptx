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964" y="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y ." userId="a305a61255a527d8" providerId="LiveId" clId="{2A5A3CFE-7B24-4F81-BEAA-8922D248F907}"/>
    <pc:docChg chg="undo redo custSel addSld modSld addMainMaster delMainMaster modMainMaster addSection delSection">
      <pc:chgData name="Roy ." userId="a305a61255a527d8" providerId="LiveId" clId="{2A5A3CFE-7B24-4F81-BEAA-8922D248F907}" dt="2026-02-13T20:12:12.857" v="2357" actId="1076"/>
      <pc:docMkLst>
        <pc:docMk/>
      </pc:docMkLst>
      <pc:sldChg chg="addSp modSp new mod setBg">
        <pc:chgData name="Roy ." userId="a305a61255a527d8" providerId="LiveId" clId="{2A5A3CFE-7B24-4F81-BEAA-8922D248F907}" dt="2026-02-13T20:12:12.857" v="2357" actId="1076"/>
        <pc:sldMkLst>
          <pc:docMk/>
          <pc:sldMk cId="438068663" sldId="256"/>
        </pc:sldMkLst>
        <pc:spChg chg="mod">
          <ac:chgData name="Roy ." userId="a305a61255a527d8" providerId="LiveId" clId="{2A5A3CFE-7B24-4F81-BEAA-8922D248F907}" dt="2026-02-13T19:01:08.398" v="57" actId="692"/>
          <ac:spMkLst>
            <pc:docMk/>
            <pc:sldMk cId="438068663" sldId="256"/>
            <ac:spMk id="2" creationId="{FD0F33CD-C5C3-AFBE-08AA-8A3366BAA437}"/>
          </ac:spMkLst>
        </pc:spChg>
        <pc:spChg chg="mod">
          <ac:chgData name="Roy ." userId="a305a61255a527d8" providerId="LiveId" clId="{2A5A3CFE-7B24-4F81-BEAA-8922D248F907}" dt="2026-02-13T19:09:07.332" v="349" actId="20577"/>
          <ac:spMkLst>
            <pc:docMk/>
            <pc:sldMk cId="438068663" sldId="256"/>
            <ac:spMk id="3" creationId="{F1AD592D-238E-A773-97B0-74FD736B5277}"/>
          </ac:spMkLst>
        </pc:spChg>
        <pc:spChg chg="add mod">
          <ac:chgData name="Roy ." userId="a305a61255a527d8" providerId="LiveId" clId="{2A5A3CFE-7B24-4F81-BEAA-8922D248F907}" dt="2026-02-13T20:12:12.857" v="2357" actId="1076"/>
          <ac:spMkLst>
            <pc:docMk/>
            <pc:sldMk cId="438068663" sldId="256"/>
            <ac:spMk id="4" creationId="{8E032BC0-19E7-F2AB-F6A2-1C45998BCA59}"/>
          </ac:spMkLst>
        </pc:spChg>
      </pc:sldChg>
      <pc:sldChg chg="addSp modSp new mod setBg">
        <pc:chgData name="Roy ." userId="a305a61255a527d8" providerId="LiveId" clId="{2A5A3CFE-7B24-4F81-BEAA-8922D248F907}" dt="2026-02-13T20:11:32.166" v="2318" actId="767"/>
        <pc:sldMkLst>
          <pc:docMk/>
          <pc:sldMk cId="132773348" sldId="257"/>
        </pc:sldMkLst>
        <pc:spChg chg="mod">
          <ac:chgData name="Roy ." userId="a305a61255a527d8" providerId="LiveId" clId="{2A5A3CFE-7B24-4F81-BEAA-8922D248F907}" dt="2026-02-13T19:32:37.850" v="1144" actId="113"/>
          <ac:spMkLst>
            <pc:docMk/>
            <pc:sldMk cId="132773348" sldId="257"/>
            <ac:spMk id="2" creationId="{B9E8F79C-199E-031B-F909-9AC3BF326752}"/>
          </ac:spMkLst>
        </pc:spChg>
        <pc:spChg chg="mod">
          <ac:chgData name="Roy ." userId="a305a61255a527d8" providerId="LiveId" clId="{2A5A3CFE-7B24-4F81-BEAA-8922D248F907}" dt="2026-02-13T19:17:39.247" v="735" actId="20577"/>
          <ac:spMkLst>
            <pc:docMk/>
            <pc:sldMk cId="132773348" sldId="257"/>
            <ac:spMk id="3" creationId="{B128C35A-1524-6FC4-C8E7-5CB717FBD979}"/>
          </ac:spMkLst>
        </pc:spChg>
        <pc:spChg chg="add mod">
          <ac:chgData name="Roy ." userId="a305a61255a527d8" providerId="LiveId" clId="{2A5A3CFE-7B24-4F81-BEAA-8922D248F907}" dt="2026-02-13T20:11:25.290" v="2316" actId="767"/>
          <ac:spMkLst>
            <pc:docMk/>
            <pc:sldMk cId="132773348" sldId="257"/>
            <ac:spMk id="4" creationId="{A2C58183-22FF-BF8B-CF0B-65F5B88519DC}"/>
          </ac:spMkLst>
        </pc:spChg>
        <pc:spChg chg="add mod">
          <ac:chgData name="Roy ." userId="a305a61255a527d8" providerId="LiveId" clId="{2A5A3CFE-7B24-4F81-BEAA-8922D248F907}" dt="2026-02-13T20:11:32.166" v="2318" actId="767"/>
          <ac:spMkLst>
            <pc:docMk/>
            <pc:sldMk cId="132773348" sldId="257"/>
            <ac:spMk id="5" creationId="{D1D78732-16E5-851A-D635-7F86E43D005D}"/>
          </ac:spMkLst>
        </pc:spChg>
      </pc:sldChg>
      <pc:sldChg chg="modSp add mod">
        <pc:chgData name="Roy ." userId="a305a61255a527d8" providerId="LiveId" clId="{2A5A3CFE-7B24-4F81-BEAA-8922D248F907}" dt="2026-02-13T19:32:35.307" v="1142" actId="113"/>
        <pc:sldMkLst>
          <pc:docMk/>
          <pc:sldMk cId="2335912472" sldId="258"/>
        </pc:sldMkLst>
        <pc:spChg chg="mod">
          <ac:chgData name="Roy ." userId="a305a61255a527d8" providerId="LiveId" clId="{2A5A3CFE-7B24-4F81-BEAA-8922D248F907}" dt="2026-02-13T19:32:35.307" v="1142" actId="113"/>
          <ac:spMkLst>
            <pc:docMk/>
            <pc:sldMk cId="2335912472" sldId="258"/>
            <ac:spMk id="2" creationId="{3E6377BB-53FB-D297-0A4B-CEFE76C7FE65}"/>
          </ac:spMkLst>
        </pc:spChg>
        <pc:spChg chg="mod">
          <ac:chgData name="Roy ." userId="a305a61255a527d8" providerId="LiveId" clId="{2A5A3CFE-7B24-4F81-BEAA-8922D248F907}" dt="2026-02-13T19:27:48.500" v="940" actId="20577"/>
          <ac:spMkLst>
            <pc:docMk/>
            <pc:sldMk cId="2335912472" sldId="258"/>
            <ac:spMk id="3" creationId="{359C4330-3D61-AC7F-35BA-B7C19B0E1072}"/>
          </ac:spMkLst>
        </pc:spChg>
      </pc:sldChg>
      <pc:sldChg chg="modSp add mod">
        <pc:chgData name="Roy ." userId="a305a61255a527d8" providerId="LiveId" clId="{2A5A3CFE-7B24-4F81-BEAA-8922D248F907}" dt="2026-02-13T19:32:31.154" v="1140" actId="113"/>
        <pc:sldMkLst>
          <pc:docMk/>
          <pc:sldMk cId="1665014689" sldId="259"/>
        </pc:sldMkLst>
        <pc:spChg chg="mod">
          <ac:chgData name="Roy ." userId="a305a61255a527d8" providerId="LiveId" clId="{2A5A3CFE-7B24-4F81-BEAA-8922D248F907}" dt="2026-02-13T19:32:31.154" v="1140" actId="113"/>
          <ac:spMkLst>
            <pc:docMk/>
            <pc:sldMk cId="1665014689" sldId="259"/>
            <ac:spMk id="2" creationId="{B88A3BEC-B5BB-02A3-57B0-030B81BB79B4}"/>
          </ac:spMkLst>
        </pc:spChg>
        <pc:spChg chg="mod">
          <ac:chgData name="Roy ." userId="a305a61255a527d8" providerId="LiveId" clId="{2A5A3CFE-7B24-4F81-BEAA-8922D248F907}" dt="2026-02-13T19:31:28.814" v="1119" actId="20577"/>
          <ac:spMkLst>
            <pc:docMk/>
            <pc:sldMk cId="1665014689" sldId="259"/>
            <ac:spMk id="3" creationId="{8DF8B43D-661A-54C0-EC0B-F8243B260109}"/>
          </ac:spMkLst>
        </pc:spChg>
      </pc:sldChg>
      <pc:sldChg chg="modSp add mod">
        <pc:chgData name="Roy ." userId="a305a61255a527d8" providerId="LiveId" clId="{2A5A3CFE-7B24-4F81-BEAA-8922D248F907}" dt="2026-02-13T19:34:12.755" v="1306" actId="20577"/>
        <pc:sldMkLst>
          <pc:docMk/>
          <pc:sldMk cId="3678322727" sldId="260"/>
        </pc:sldMkLst>
        <pc:spChg chg="mod">
          <ac:chgData name="Roy ." userId="a305a61255a527d8" providerId="LiveId" clId="{2A5A3CFE-7B24-4F81-BEAA-8922D248F907}" dt="2026-02-13T19:32:27.741" v="1138" actId="113"/>
          <ac:spMkLst>
            <pc:docMk/>
            <pc:sldMk cId="3678322727" sldId="260"/>
            <ac:spMk id="2" creationId="{DD36D251-2CE4-A7BE-3DA9-96FC05D7A620}"/>
          </ac:spMkLst>
        </pc:spChg>
        <pc:spChg chg="mod">
          <ac:chgData name="Roy ." userId="a305a61255a527d8" providerId="LiveId" clId="{2A5A3CFE-7B24-4F81-BEAA-8922D248F907}" dt="2026-02-13T19:34:12.755" v="1306" actId="20577"/>
          <ac:spMkLst>
            <pc:docMk/>
            <pc:sldMk cId="3678322727" sldId="260"/>
            <ac:spMk id="3" creationId="{3F5FB789-C83B-9963-FE69-7B6F861C29B7}"/>
          </ac:spMkLst>
        </pc:spChg>
      </pc:sldChg>
      <pc:sldChg chg="modSp add mod">
        <pc:chgData name="Roy ." userId="a305a61255a527d8" providerId="LiveId" clId="{2A5A3CFE-7B24-4F81-BEAA-8922D248F907}" dt="2026-02-13T19:35:32.981" v="1327"/>
        <pc:sldMkLst>
          <pc:docMk/>
          <pc:sldMk cId="883702251" sldId="261"/>
        </pc:sldMkLst>
        <pc:spChg chg="mod">
          <ac:chgData name="Roy ." userId="a305a61255a527d8" providerId="LiveId" clId="{2A5A3CFE-7B24-4F81-BEAA-8922D248F907}" dt="2026-02-13T19:35:23.567" v="1326" actId="20577"/>
          <ac:spMkLst>
            <pc:docMk/>
            <pc:sldMk cId="883702251" sldId="261"/>
            <ac:spMk id="2" creationId="{F4BCEFA7-887E-4035-C4C1-85A6A24668BE}"/>
          </ac:spMkLst>
        </pc:spChg>
        <pc:spChg chg="mod">
          <ac:chgData name="Roy ." userId="a305a61255a527d8" providerId="LiveId" clId="{2A5A3CFE-7B24-4F81-BEAA-8922D248F907}" dt="2026-02-13T19:35:32.981" v="1327"/>
          <ac:spMkLst>
            <pc:docMk/>
            <pc:sldMk cId="883702251" sldId="261"/>
            <ac:spMk id="3" creationId="{5316174D-EE89-C748-F8C4-7E8969DB4843}"/>
          </ac:spMkLst>
        </pc:spChg>
      </pc:sldChg>
      <pc:sldChg chg="modSp add mod">
        <pc:chgData name="Roy ." userId="a305a61255a527d8" providerId="LiveId" clId="{2A5A3CFE-7B24-4F81-BEAA-8922D248F907}" dt="2026-02-13T19:57:24.114" v="2117" actId="115"/>
        <pc:sldMkLst>
          <pc:docMk/>
          <pc:sldMk cId="3338642845" sldId="262"/>
        </pc:sldMkLst>
        <pc:spChg chg="mod">
          <ac:chgData name="Roy ." userId="a305a61255a527d8" providerId="LiveId" clId="{2A5A3CFE-7B24-4F81-BEAA-8922D248F907}" dt="2026-02-13T19:53:06.983" v="1733" actId="20577"/>
          <ac:spMkLst>
            <pc:docMk/>
            <pc:sldMk cId="3338642845" sldId="262"/>
            <ac:spMk id="2" creationId="{596C9F87-29AF-B05D-4095-909AA91B36E1}"/>
          </ac:spMkLst>
        </pc:spChg>
        <pc:spChg chg="mod">
          <ac:chgData name="Roy ." userId="a305a61255a527d8" providerId="LiveId" clId="{2A5A3CFE-7B24-4F81-BEAA-8922D248F907}" dt="2026-02-13T19:57:24.114" v="2117" actId="115"/>
          <ac:spMkLst>
            <pc:docMk/>
            <pc:sldMk cId="3338642845" sldId="262"/>
            <ac:spMk id="3" creationId="{FA4666BE-225E-BCCE-8279-F4906AF631B2}"/>
          </ac:spMkLst>
        </pc:spChg>
      </pc:sldChg>
      <pc:sldChg chg="modSp add mod">
        <pc:chgData name="Roy ." userId="a305a61255a527d8" providerId="LiveId" clId="{2A5A3CFE-7B24-4F81-BEAA-8922D248F907}" dt="2026-02-13T19:38:52.852" v="1504" actId="20577"/>
        <pc:sldMkLst>
          <pc:docMk/>
          <pc:sldMk cId="4081872265" sldId="263"/>
        </pc:sldMkLst>
        <pc:spChg chg="mod">
          <ac:chgData name="Roy ." userId="a305a61255a527d8" providerId="LiveId" clId="{2A5A3CFE-7B24-4F81-BEAA-8922D248F907}" dt="2026-02-13T19:37:57.194" v="1352" actId="115"/>
          <ac:spMkLst>
            <pc:docMk/>
            <pc:sldMk cId="4081872265" sldId="263"/>
            <ac:spMk id="2" creationId="{786D8F8E-1891-080F-8D75-0FECE7423F28}"/>
          </ac:spMkLst>
        </pc:spChg>
        <pc:spChg chg="mod">
          <ac:chgData name="Roy ." userId="a305a61255a527d8" providerId="LiveId" clId="{2A5A3CFE-7B24-4F81-BEAA-8922D248F907}" dt="2026-02-13T19:38:52.852" v="1504" actId="20577"/>
          <ac:spMkLst>
            <pc:docMk/>
            <pc:sldMk cId="4081872265" sldId="263"/>
            <ac:spMk id="3" creationId="{B2FF7F1D-C6A2-60F1-BFFA-E7DDE3D653B9}"/>
          </ac:spMkLst>
        </pc:spChg>
      </pc:sldChg>
      <pc:sldChg chg="modSp add mod">
        <pc:chgData name="Roy ." userId="a305a61255a527d8" providerId="LiveId" clId="{2A5A3CFE-7B24-4F81-BEAA-8922D248F907}" dt="2026-02-13T19:39:39.091" v="1544" actId="20577"/>
        <pc:sldMkLst>
          <pc:docMk/>
          <pc:sldMk cId="4032244992" sldId="264"/>
        </pc:sldMkLst>
        <pc:spChg chg="mod">
          <ac:chgData name="Roy ." userId="a305a61255a527d8" providerId="LiveId" clId="{2A5A3CFE-7B24-4F81-BEAA-8922D248F907}" dt="2026-02-13T19:39:04.619" v="1518" actId="20577"/>
          <ac:spMkLst>
            <pc:docMk/>
            <pc:sldMk cId="4032244992" sldId="264"/>
            <ac:spMk id="2" creationId="{C566B5AB-8008-283B-8AC3-F8EFD3DBA464}"/>
          </ac:spMkLst>
        </pc:spChg>
        <pc:spChg chg="mod">
          <ac:chgData name="Roy ." userId="a305a61255a527d8" providerId="LiveId" clId="{2A5A3CFE-7B24-4F81-BEAA-8922D248F907}" dt="2026-02-13T19:39:39.091" v="1544" actId="20577"/>
          <ac:spMkLst>
            <pc:docMk/>
            <pc:sldMk cId="4032244992" sldId="264"/>
            <ac:spMk id="3" creationId="{A589535C-28A8-B83A-0505-9EC66E4A8563}"/>
          </ac:spMkLst>
        </pc:spChg>
      </pc:sldChg>
      <pc:sldChg chg="modSp add mod">
        <pc:chgData name="Roy ." userId="a305a61255a527d8" providerId="LiveId" clId="{2A5A3CFE-7B24-4F81-BEAA-8922D248F907}" dt="2026-02-13T19:50:52.012" v="1699" actId="20577"/>
        <pc:sldMkLst>
          <pc:docMk/>
          <pc:sldMk cId="526092336" sldId="265"/>
        </pc:sldMkLst>
        <pc:spChg chg="mod">
          <ac:chgData name="Roy ." userId="a305a61255a527d8" providerId="LiveId" clId="{2A5A3CFE-7B24-4F81-BEAA-8922D248F907}" dt="2026-02-13T19:49:49.099" v="1568" actId="20577"/>
          <ac:spMkLst>
            <pc:docMk/>
            <pc:sldMk cId="526092336" sldId="265"/>
            <ac:spMk id="2" creationId="{CD3CC0ED-EEFB-B135-3254-59A82FEFEF58}"/>
          </ac:spMkLst>
        </pc:spChg>
        <pc:spChg chg="mod">
          <ac:chgData name="Roy ." userId="a305a61255a527d8" providerId="LiveId" clId="{2A5A3CFE-7B24-4F81-BEAA-8922D248F907}" dt="2026-02-13T19:50:52.012" v="1699" actId="20577"/>
          <ac:spMkLst>
            <pc:docMk/>
            <pc:sldMk cId="526092336" sldId="265"/>
            <ac:spMk id="3" creationId="{4DD2B182-0122-31F2-939C-076325F34538}"/>
          </ac:spMkLst>
        </pc:spChg>
      </pc:sldChg>
      <pc:sldMasterChg chg="modSp mod modSldLayout">
        <pc:chgData name="Roy ." userId="a305a61255a527d8" providerId="LiveId" clId="{2A5A3CFE-7B24-4F81-BEAA-8922D248F907}" dt="2026-02-13T20:08:59.689" v="2313" actId="21"/>
        <pc:sldMasterMkLst>
          <pc:docMk/>
          <pc:sldMasterMk cId="1352735605" sldId="2147483648"/>
        </pc:sldMasterMkLst>
        <pc:spChg chg="mod">
          <ac:chgData name="Roy ." userId="a305a61255a527d8" providerId="LiveId" clId="{2A5A3CFE-7B24-4F81-BEAA-8922D248F907}" dt="2026-02-13T20:06:41.930" v="2196" actId="1076"/>
          <ac:spMkLst>
            <pc:docMk/>
            <pc:sldMasterMk cId="1352735605" sldId="2147483648"/>
            <ac:spMk id="2" creationId="{3EFB807A-78F8-E7CA-2404-5D4453F623DA}"/>
          </ac:spMkLst>
        </pc:spChg>
        <pc:spChg chg="mod">
          <ac:chgData name="Roy ." userId="a305a61255a527d8" providerId="LiveId" clId="{2A5A3CFE-7B24-4F81-BEAA-8922D248F907}" dt="2026-02-13T20:02:49.246" v="2171" actId="1076"/>
          <ac:spMkLst>
            <pc:docMk/>
            <pc:sldMasterMk cId="1352735605" sldId="2147483648"/>
            <ac:spMk id="4" creationId="{DF3A8D7F-CFF2-C25E-62B4-78781EF82F57}"/>
          </ac:spMkLst>
        </pc:spChg>
        <pc:spChg chg="mod">
          <ac:chgData name="Roy ." userId="a305a61255a527d8" providerId="LiveId" clId="{2A5A3CFE-7B24-4F81-BEAA-8922D248F907}" dt="2026-02-13T20:06:47.619" v="2197" actId="1076"/>
          <ac:spMkLst>
            <pc:docMk/>
            <pc:sldMasterMk cId="1352735605" sldId="2147483648"/>
            <ac:spMk id="5" creationId="{115447FA-FF53-3EB9-7A3F-7CB3DCCF622C}"/>
          </ac:spMkLst>
        </pc:spChg>
        <pc:sldLayoutChg chg="modSp mod">
          <pc:chgData name="Roy ." userId="a305a61255a527d8" providerId="LiveId" clId="{2A5A3CFE-7B24-4F81-BEAA-8922D248F907}" dt="2026-02-13T20:06:01.775" v="2194" actId="20577"/>
          <pc:sldLayoutMkLst>
            <pc:docMk/>
            <pc:sldMasterMk cId="1352735605" sldId="2147483648"/>
            <pc:sldLayoutMk cId="2768349897" sldId="2147483649"/>
          </pc:sldLayoutMkLst>
          <pc:spChg chg="mod">
            <ac:chgData name="Roy ." userId="a305a61255a527d8" providerId="LiveId" clId="{2A5A3CFE-7B24-4F81-BEAA-8922D248F907}" dt="2026-02-13T20:06:01.775" v="2194" actId="20577"/>
            <ac:spMkLst>
              <pc:docMk/>
              <pc:sldMasterMk cId="1352735605" sldId="2147483648"/>
              <pc:sldLayoutMk cId="2768349897" sldId="2147483649"/>
              <ac:spMk id="5" creationId="{6C9457B6-51A4-2B01-3236-24740249A38B}"/>
            </ac:spMkLst>
          </pc:spChg>
        </pc:sldLayoutChg>
        <pc:sldLayoutChg chg="addSp delSp modSp mod">
          <pc:chgData name="Roy ." userId="a305a61255a527d8" providerId="LiveId" clId="{2A5A3CFE-7B24-4F81-BEAA-8922D248F907}" dt="2026-02-13T20:08:59.689" v="2313" actId="21"/>
          <pc:sldLayoutMkLst>
            <pc:docMk/>
            <pc:sldMasterMk cId="1352735605" sldId="2147483648"/>
            <pc:sldLayoutMk cId="2256885989" sldId="2147483650"/>
          </pc:sldLayoutMkLst>
          <pc:spChg chg="del">
            <ac:chgData name="Roy ." userId="a305a61255a527d8" providerId="LiveId" clId="{2A5A3CFE-7B24-4F81-BEAA-8922D248F907}" dt="2026-02-13T20:07:41.412" v="2198"/>
            <ac:spMkLst>
              <pc:docMk/>
              <pc:sldMasterMk cId="1352735605" sldId="2147483648"/>
              <pc:sldLayoutMk cId="2256885989" sldId="2147483650"/>
              <ac:spMk id="4" creationId="{12166191-9D5E-AFB4-1835-975817BFA2C3}"/>
            </ac:spMkLst>
          </pc:spChg>
          <pc:spChg chg="del">
            <ac:chgData name="Roy ." userId="a305a61255a527d8" providerId="LiveId" clId="{2A5A3CFE-7B24-4F81-BEAA-8922D248F907}" dt="2026-02-13T20:07:41.412" v="2198"/>
            <ac:spMkLst>
              <pc:docMk/>
              <pc:sldMasterMk cId="1352735605" sldId="2147483648"/>
              <pc:sldLayoutMk cId="2256885989" sldId="2147483650"/>
              <ac:spMk id="5" creationId="{262DEB53-5EC1-F405-885B-46D02BB3630A}"/>
            </ac:spMkLst>
          </pc:spChg>
          <pc:spChg chg="del">
            <ac:chgData name="Roy ." userId="a305a61255a527d8" providerId="LiveId" clId="{2A5A3CFE-7B24-4F81-BEAA-8922D248F907}" dt="2026-02-13T20:07:41.412" v="2198"/>
            <ac:spMkLst>
              <pc:docMk/>
              <pc:sldMasterMk cId="1352735605" sldId="2147483648"/>
              <pc:sldLayoutMk cId="2256885989" sldId="2147483650"/>
              <ac:spMk id="6" creationId="{FA737331-0268-80C4-00AF-2086004385D2}"/>
            </ac:spMkLst>
          </pc:spChg>
          <pc:spChg chg="add mod">
            <ac:chgData name="Roy ." userId="a305a61255a527d8" providerId="LiveId" clId="{2A5A3CFE-7B24-4F81-BEAA-8922D248F907}" dt="2026-02-13T20:07:41.871" v="2199"/>
            <ac:spMkLst>
              <pc:docMk/>
              <pc:sldMasterMk cId="1352735605" sldId="2147483648"/>
              <pc:sldLayoutMk cId="2256885989" sldId="2147483650"/>
              <ac:spMk id="7" creationId="{1FC0C473-1F3C-1EA4-74A0-3FD9B1559F64}"/>
            </ac:spMkLst>
          </pc:spChg>
          <pc:spChg chg="add mod">
            <ac:chgData name="Roy ." userId="a305a61255a527d8" providerId="LiveId" clId="{2A5A3CFE-7B24-4F81-BEAA-8922D248F907}" dt="2026-02-13T20:07:41.871" v="2199"/>
            <ac:spMkLst>
              <pc:docMk/>
              <pc:sldMasterMk cId="1352735605" sldId="2147483648"/>
              <pc:sldLayoutMk cId="2256885989" sldId="2147483650"/>
              <ac:spMk id="8" creationId="{895F784D-6255-A7D5-F142-EE63CB2324EF}"/>
            </ac:spMkLst>
          </pc:spChg>
          <pc:spChg chg="add mod">
            <ac:chgData name="Roy ." userId="a305a61255a527d8" providerId="LiveId" clId="{2A5A3CFE-7B24-4F81-BEAA-8922D248F907}" dt="2026-02-13T20:07:41.871" v="2199"/>
            <ac:spMkLst>
              <pc:docMk/>
              <pc:sldMasterMk cId="1352735605" sldId="2147483648"/>
              <pc:sldLayoutMk cId="2256885989" sldId="2147483650"/>
              <ac:spMk id="9" creationId="{42188E67-E74C-A46C-0C37-20990ED7CF00}"/>
            </ac:spMkLst>
          </pc:spChg>
          <pc:spChg chg="add del">
            <ac:chgData name="Roy ." userId="a305a61255a527d8" providerId="LiveId" clId="{2A5A3CFE-7B24-4F81-BEAA-8922D248F907}" dt="2026-02-13T20:07:53.860" v="2200" actId="11529"/>
            <ac:spMkLst>
              <pc:docMk/>
              <pc:sldMasterMk cId="1352735605" sldId="2147483648"/>
              <pc:sldLayoutMk cId="2256885989" sldId="2147483650"/>
              <ac:spMk id="10" creationId="{74A058C6-06DE-C602-2725-F08BCD4E617F}"/>
            </ac:spMkLst>
          </pc:spChg>
          <pc:spChg chg="add del mod">
            <ac:chgData name="Roy ." userId="a305a61255a527d8" providerId="LiveId" clId="{2A5A3CFE-7B24-4F81-BEAA-8922D248F907}" dt="2026-02-13T20:08:59.689" v="2313" actId="21"/>
            <ac:spMkLst>
              <pc:docMk/>
              <pc:sldMasterMk cId="1352735605" sldId="2147483648"/>
              <pc:sldLayoutMk cId="2256885989" sldId="2147483650"/>
              <ac:spMk id="11" creationId="{4592334F-31C7-AED5-1308-89B2F10079B8}"/>
            </ac:spMkLst>
          </pc:spChg>
        </pc:sldLayoutChg>
      </pc:sldMasterChg>
      <pc:sldMasterChg chg="new del mod addSldLayout delSldLayout">
        <pc:chgData name="Roy ." userId="a305a61255a527d8" providerId="LiveId" clId="{2A5A3CFE-7B24-4F81-BEAA-8922D248F907}" dt="2026-02-13T19:59:10.247" v="2143" actId="6938"/>
        <pc:sldMasterMkLst>
          <pc:docMk/>
          <pc:sldMasterMk cId="1711418586" sldId="2147483660"/>
        </pc:sldMasterMkLst>
        <pc:sldLayoutChg chg="new del replId">
          <pc:chgData name="Roy ." userId="a305a61255a527d8" providerId="LiveId" clId="{2A5A3CFE-7B24-4F81-BEAA-8922D248F907}" dt="2026-02-13T19:59:10.247" v="2143" actId="6938"/>
          <pc:sldLayoutMkLst>
            <pc:docMk/>
            <pc:sldMasterMk cId="1711418586" sldId="2147483660"/>
            <pc:sldLayoutMk cId="3572166460" sldId="2147483661"/>
          </pc:sldLayoutMkLst>
        </pc:sldLayoutChg>
        <pc:sldLayoutChg chg="new del replId">
          <pc:chgData name="Roy ." userId="a305a61255a527d8" providerId="LiveId" clId="{2A5A3CFE-7B24-4F81-BEAA-8922D248F907}" dt="2026-02-13T19:59:10.247" v="2143" actId="6938"/>
          <pc:sldLayoutMkLst>
            <pc:docMk/>
            <pc:sldMasterMk cId="1711418586" sldId="2147483660"/>
            <pc:sldLayoutMk cId="4244627854" sldId="2147483662"/>
          </pc:sldLayoutMkLst>
        </pc:sldLayoutChg>
        <pc:sldLayoutChg chg="new del replId">
          <pc:chgData name="Roy ." userId="a305a61255a527d8" providerId="LiveId" clId="{2A5A3CFE-7B24-4F81-BEAA-8922D248F907}" dt="2026-02-13T19:59:10.247" v="2143" actId="6938"/>
          <pc:sldLayoutMkLst>
            <pc:docMk/>
            <pc:sldMasterMk cId="1711418586" sldId="2147483660"/>
            <pc:sldLayoutMk cId="690957302" sldId="2147483663"/>
          </pc:sldLayoutMkLst>
        </pc:sldLayoutChg>
        <pc:sldLayoutChg chg="new del replId">
          <pc:chgData name="Roy ." userId="a305a61255a527d8" providerId="LiveId" clId="{2A5A3CFE-7B24-4F81-BEAA-8922D248F907}" dt="2026-02-13T19:59:10.247" v="2143" actId="6938"/>
          <pc:sldLayoutMkLst>
            <pc:docMk/>
            <pc:sldMasterMk cId="1711418586" sldId="2147483660"/>
            <pc:sldLayoutMk cId="2825565505" sldId="2147483664"/>
          </pc:sldLayoutMkLst>
        </pc:sldLayoutChg>
        <pc:sldLayoutChg chg="new del replId">
          <pc:chgData name="Roy ." userId="a305a61255a527d8" providerId="LiveId" clId="{2A5A3CFE-7B24-4F81-BEAA-8922D248F907}" dt="2026-02-13T19:59:10.247" v="2143" actId="6938"/>
          <pc:sldLayoutMkLst>
            <pc:docMk/>
            <pc:sldMasterMk cId="1711418586" sldId="2147483660"/>
            <pc:sldLayoutMk cId="2263686613" sldId="2147483665"/>
          </pc:sldLayoutMkLst>
        </pc:sldLayoutChg>
        <pc:sldLayoutChg chg="new del replId">
          <pc:chgData name="Roy ." userId="a305a61255a527d8" providerId="LiveId" clId="{2A5A3CFE-7B24-4F81-BEAA-8922D248F907}" dt="2026-02-13T19:59:10.247" v="2143" actId="6938"/>
          <pc:sldLayoutMkLst>
            <pc:docMk/>
            <pc:sldMasterMk cId="1711418586" sldId="2147483660"/>
            <pc:sldLayoutMk cId="2719083053" sldId="2147483666"/>
          </pc:sldLayoutMkLst>
        </pc:sldLayoutChg>
        <pc:sldLayoutChg chg="new del replId">
          <pc:chgData name="Roy ." userId="a305a61255a527d8" providerId="LiveId" clId="{2A5A3CFE-7B24-4F81-BEAA-8922D248F907}" dt="2026-02-13T19:59:10.247" v="2143" actId="6938"/>
          <pc:sldLayoutMkLst>
            <pc:docMk/>
            <pc:sldMasterMk cId="1711418586" sldId="2147483660"/>
            <pc:sldLayoutMk cId="1945417866" sldId="2147483667"/>
          </pc:sldLayoutMkLst>
        </pc:sldLayoutChg>
        <pc:sldLayoutChg chg="new del replId">
          <pc:chgData name="Roy ." userId="a305a61255a527d8" providerId="LiveId" clId="{2A5A3CFE-7B24-4F81-BEAA-8922D248F907}" dt="2026-02-13T19:59:10.247" v="2143" actId="6938"/>
          <pc:sldLayoutMkLst>
            <pc:docMk/>
            <pc:sldMasterMk cId="1711418586" sldId="2147483660"/>
            <pc:sldLayoutMk cId="2134833400" sldId="2147483668"/>
          </pc:sldLayoutMkLst>
        </pc:sldLayoutChg>
        <pc:sldLayoutChg chg="new del replId">
          <pc:chgData name="Roy ." userId="a305a61255a527d8" providerId="LiveId" clId="{2A5A3CFE-7B24-4F81-BEAA-8922D248F907}" dt="2026-02-13T19:59:10.247" v="2143" actId="6938"/>
          <pc:sldLayoutMkLst>
            <pc:docMk/>
            <pc:sldMasterMk cId="1711418586" sldId="2147483660"/>
            <pc:sldLayoutMk cId="1513493535" sldId="2147483669"/>
          </pc:sldLayoutMkLst>
        </pc:sldLayoutChg>
        <pc:sldLayoutChg chg="new del replId">
          <pc:chgData name="Roy ." userId="a305a61255a527d8" providerId="LiveId" clId="{2A5A3CFE-7B24-4F81-BEAA-8922D248F907}" dt="2026-02-13T19:59:10.247" v="2143" actId="6938"/>
          <pc:sldLayoutMkLst>
            <pc:docMk/>
            <pc:sldMasterMk cId="1711418586" sldId="2147483660"/>
            <pc:sldLayoutMk cId="3703057364" sldId="2147483670"/>
          </pc:sldLayoutMkLst>
        </pc:sldLayoutChg>
        <pc:sldLayoutChg chg="new del replId">
          <pc:chgData name="Roy ." userId="a305a61255a527d8" providerId="LiveId" clId="{2A5A3CFE-7B24-4F81-BEAA-8922D248F907}" dt="2026-02-13T19:59:10.247" v="2143" actId="6938"/>
          <pc:sldLayoutMkLst>
            <pc:docMk/>
            <pc:sldMasterMk cId="1711418586" sldId="2147483660"/>
            <pc:sldLayoutMk cId="3021964343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5F7F1-8A75-76D4-E6EA-BAB26D0174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4815F7-2EA1-8D25-73A0-FCE810D93B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97C98-B822-5180-5AE5-0FE8D890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EC92-3940-40BB-867D-7E8CAAF0F033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457B6-51A4-2B01-3236-24740249A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44179" y="6335885"/>
            <a:ext cx="4114800" cy="365125"/>
          </a:xfrm>
        </p:spPr>
        <p:txBody>
          <a:bodyPr/>
          <a:lstStyle/>
          <a:p>
            <a:r>
              <a:rPr lang="en-US" dirty="0"/>
              <a:t>Roy Mwangi 24/06559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8E992-131F-A302-713F-F5A3F0F28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BDA47-CDEE-4926-AD07-69123C87E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49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0287A-7376-5408-3627-2893F0E8C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6C26F-E2E5-02E9-D3A8-D9B1F2C9A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C0C473-1F3C-1EA4-74A0-3FD9B1559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EC92-3940-40BB-867D-7E8CAAF0F033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5F784D-6255-A7D5-F142-EE63CB232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Roy Mwangi 24/06559 BISF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188E67-E74C-A46C-0C37-20990ED7C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BDA47-CDEE-4926-AD07-69123C87E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885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C6A1A-2ED7-04D6-5814-47D6614F9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20C6D-E295-5BA2-15FF-20E1588EF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1BB05-6D24-8CCB-A6C5-1F58BFC3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EC92-3940-40BB-867D-7E8CAAF0F033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96606-715E-5746-75F8-E7A4805F6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B5C05-8864-6D8E-74D4-4E26E8FAE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BDA47-CDEE-4926-AD07-69123C87E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84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BE733-BEF6-578E-23C6-D46A4D27A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6329C-76A5-5104-AE3C-805EB20C43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4C4B3F-4F3E-4791-924D-58FA6050C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E7CD7E-5668-F476-8019-CCC69E53E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EC92-3940-40BB-867D-7E8CAAF0F033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658DCD-E37A-B684-5802-5D94BBA27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F601D5-96DB-7913-391C-1501C7EBA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BDA47-CDEE-4926-AD07-69123C87E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272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75181-45CF-55DE-F20E-C70D0B919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78A03D-5607-92E0-EFCA-CE2C9A331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C6B4D7-BDF0-ADB0-EBEC-7463E43EE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38C5DD-8DDE-C2E6-2BD1-5135982A45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36E474-C89F-406C-E43C-0702319639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D5E7CF-70E3-EE62-2A04-4170CF163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EC92-3940-40BB-867D-7E8CAAF0F033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3BBD5C-843D-0FAA-94FD-E39743724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CC9739-BF69-008A-6883-5A0B1225F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BDA47-CDEE-4926-AD07-69123C87E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17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BBE9B-32CE-903D-138F-51F7D7AE9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B7A51D-21FA-6907-F3C5-CCC3BA928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EC92-3940-40BB-867D-7E8CAAF0F033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5C0957-BE58-D79D-B876-99765DBCF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3C145-6997-7ACA-BE71-FA9AD708D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BDA47-CDEE-4926-AD07-69123C87E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86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A9273-2843-A6E0-DF96-E5274D191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EC92-3940-40BB-867D-7E8CAAF0F033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B034C9-7F67-BBF5-64FF-B90608874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CF7DA-19F7-DA08-D174-FE2BA07CC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BDA47-CDEE-4926-AD07-69123C87E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371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CF3B1-C44F-1B1A-5225-775CD02E1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BB5AA-8240-604D-F070-0C3CFEC2F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9D3EE6-9A75-E1A1-4857-70DE5F6F9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8EE47A-4F01-4230-FFBD-084F5D32E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EC92-3940-40BB-867D-7E8CAAF0F033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652679-6077-D92F-CF22-9482BB5C7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37322-A249-B6E6-4DB4-7D0ABBDCD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BDA47-CDEE-4926-AD07-69123C87E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795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C85AE-327A-6362-690D-42578DED7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537077-54E1-DEDC-C0CE-2D58915445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12C538-0636-2E50-35A7-651BA0CFD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94CA3-DD9D-17D8-A9DD-6D589A2B3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EC92-3940-40BB-867D-7E8CAAF0F033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DB968-77FB-2C06-8550-3633C3764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F12961-583D-64E1-EFBF-7A9DA3B69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BDA47-CDEE-4926-AD07-69123C87E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818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09513-3EC0-A23C-D3A6-3136F09DE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83338C-B62C-7181-D831-8F87704501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1770E-B84F-1845-E5FE-B5E41B1B9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EC92-3940-40BB-867D-7E8CAAF0F033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2E4AF-11F5-4F31-04B4-C8F606069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7430C-614E-4064-63C8-F2CB331DF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BDA47-CDEE-4926-AD07-69123C87E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540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9C8AD1-EFF6-A757-08EA-4CE5F087F8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6D1AA9-9678-2247-A2F5-299F57E27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EE015-550C-0B9F-1403-6329AE25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EC92-3940-40BB-867D-7E8CAAF0F033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85745-60B5-BFAB-45CA-2A45BD8B1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5C0C6-8858-8A2B-C2F4-74BD116DC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BDA47-CDEE-4926-AD07-69123C87E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885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FB807A-78F8-E7CA-2404-5D4453F62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168B87-9C4C-07F4-4D52-A972B2166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A8D7F-CFF2-C25E-62B4-78781EF82F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D9EC92-3940-40BB-867D-7E8CAAF0F033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447FA-FF53-3EB9-7A3F-7CB3DCCF6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7722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Roy Mwangi 24/06559 BISF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62F34-B460-CA91-B19B-4D88ADAA8A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BDA47-CDEE-4926-AD07-69123C87E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735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F33CD-C5C3-AFBE-08AA-8A3366BAA4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/>
          <a:lstStyle/>
          <a:p>
            <a:r>
              <a:rPr lang="en-US" dirty="0"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tx1">
                    <a:lumMod val="95000"/>
                    <a:lumOff val="5000"/>
                    <a:alpha val="97000"/>
                  </a:schemeClr>
                </a:solidFill>
              </a:rPr>
              <a:t>Lazuli Security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AD592D-238E-A773-97B0-74FD736B52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Internal access and monitoring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032BC0-19E7-F2AB-F6A2-1C45998BCA59}"/>
              </a:ext>
            </a:extLst>
          </p:cNvPr>
          <p:cNvSpPr txBox="1"/>
          <p:nvPr/>
        </p:nvSpPr>
        <p:spPr>
          <a:xfrm>
            <a:off x="0" y="0"/>
            <a:ext cx="28864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Roy Mwangi</a:t>
            </a:r>
          </a:p>
          <a:p>
            <a:r>
              <a:rPr lang="en-US" dirty="0"/>
              <a:t>24/06559</a:t>
            </a:r>
          </a:p>
          <a:p>
            <a:r>
              <a:rPr lang="en-US" dirty="0"/>
              <a:t>BISF</a:t>
            </a:r>
          </a:p>
        </p:txBody>
      </p:sp>
    </p:spTree>
    <p:extLst>
      <p:ext uri="{BB962C8B-B14F-4D97-AF65-F5344CB8AC3E}">
        <p14:creationId xmlns:p14="http://schemas.microsoft.com/office/powerpoint/2010/main" val="438068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8F79C-199E-031B-F909-9AC3BF326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8C35A-1524-6FC4-C8E7-5CB717FBD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Small Office startups increasingly rely on digital systems for daily operations.</a:t>
            </a:r>
          </a:p>
          <a:p>
            <a:r>
              <a:rPr lang="en-US" dirty="0"/>
              <a:t>These organizations often lack dedicated IT security teams</a:t>
            </a:r>
          </a:p>
          <a:p>
            <a:r>
              <a:rPr lang="en-US" dirty="0"/>
              <a:t>Internal access control and active monitoring are often overlooked during initial setup.</a:t>
            </a:r>
          </a:p>
          <a:p>
            <a:r>
              <a:rPr lang="en-US" dirty="0"/>
              <a:t>This increases exposure to internal misuse.</a:t>
            </a:r>
          </a:p>
        </p:txBody>
      </p:sp>
    </p:spTree>
    <p:extLst>
      <p:ext uri="{BB962C8B-B14F-4D97-AF65-F5344CB8AC3E}">
        <p14:creationId xmlns:p14="http://schemas.microsoft.com/office/powerpoint/2010/main" val="132773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>
            <a:alpha val="2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74FDE2-D884-61B9-0577-18A7C13D1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377BB-53FB-D297-0A4B-CEFE76C7F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C4330-3D61-AC7F-35BA-B7C19B0E1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Lack of centralized access control mechanisms</a:t>
            </a:r>
          </a:p>
          <a:p>
            <a:r>
              <a:rPr lang="en-US" dirty="0"/>
              <a:t>Absence of user activity monitoring</a:t>
            </a:r>
          </a:p>
          <a:p>
            <a:r>
              <a:rPr lang="en-US" dirty="0"/>
              <a:t>No structured audit trail</a:t>
            </a:r>
          </a:p>
          <a:p>
            <a:r>
              <a:rPr lang="en-US" dirty="0"/>
              <a:t>Increased exposure to internal security risks</a:t>
            </a:r>
          </a:p>
        </p:txBody>
      </p:sp>
    </p:spTree>
    <p:extLst>
      <p:ext uri="{BB962C8B-B14F-4D97-AF65-F5344CB8AC3E}">
        <p14:creationId xmlns:p14="http://schemas.microsoft.com/office/powerpoint/2010/main" val="2335912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>
            <a:alpha val="2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866D11-E0DC-A695-C050-3FD33F16E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A3BEC-B5BB-02A3-57B0-030B81BB7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Proposed 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8B43D-661A-54C0-EC0B-F8243B260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Web-based internal monitoring system</a:t>
            </a:r>
          </a:p>
          <a:p>
            <a:r>
              <a:rPr lang="en-US" dirty="0"/>
              <a:t>Centralized dashboard for administrators</a:t>
            </a:r>
          </a:p>
          <a:p>
            <a:r>
              <a:rPr lang="en-US" dirty="0"/>
              <a:t>Role-based access control</a:t>
            </a:r>
          </a:p>
          <a:p>
            <a:r>
              <a:rPr lang="en-US" dirty="0"/>
              <a:t>Automated activity logging and reporting</a:t>
            </a:r>
          </a:p>
        </p:txBody>
      </p:sp>
    </p:spTree>
    <p:extLst>
      <p:ext uri="{BB962C8B-B14F-4D97-AF65-F5344CB8AC3E}">
        <p14:creationId xmlns:p14="http://schemas.microsoft.com/office/powerpoint/2010/main" val="1665014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>
            <a:alpha val="2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DB2640-85FA-8824-E1F3-D678D3DFB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6D251-2CE4-A7BE-3DA9-96FC05D7A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FB789-C83B-9963-FE69-7B6F861C2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authentication and role assignment</a:t>
            </a:r>
          </a:p>
          <a:p>
            <a:r>
              <a:rPr lang="en-US" dirty="0"/>
              <a:t>Access event recording</a:t>
            </a:r>
          </a:p>
          <a:p>
            <a:r>
              <a:rPr lang="en-US" dirty="0"/>
              <a:t>Suspicious login detection </a:t>
            </a:r>
            <a:r>
              <a:rPr lang="en-US" dirty="0" err="1"/>
              <a:t>th</a:t>
            </a:r>
            <a:endParaRPr lang="en-US" dirty="0"/>
          </a:p>
          <a:p>
            <a:r>
              <a:rPr lang="en-US" dirty="0"/>
              <a:t>Audit report generation</a:t>
            </a:r>
          </a:p>
          <a:p>
            <a:r>
              <a:rPr lang="en-US" dirty="0"/>
              <a:t>Administrative dashboard</a:t>
            </a:r>
          </a:p>
        </p:txBody>
      </p:sp>
    </p:spTree>
    <p:extLst>
      <p:ext uri="{BB962C8B-B14F-4D97-AF65-F5344CB8AC3E}">
        <p14:creationId xmlns:p14="http://schemas.microsoft.com/office/powerpoint/2010/main" val="3678322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>
            <a:alpha val="2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261D6B-29B1-20AA-BC43-31626D47B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CEFA7-887E-4035-C4C1-85A6A2466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6174D-EE89-C748-F8C4-7E8969DB4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To analyze system logs and detect unusual patterns</a:t>
            </a:r>
          </a:p>
          <a:p>
            <a:pPr lvl="0"/>
            <a:r>
              <a:rPr lang="en-US" dirty="0"/>
              <a:t>To implement user authentication and role-based access control</a:t>
            </a:r>
          </a:p>
          <a:p>
            <a:pPr lvl="0"/>
            <a:r>
              <a:rPr lang="en-US" dirty="0"/>
              <a:t>To provide recommendation based on identified risks</a:t>
            </a:r>
          </a:p>
          <a:p>
            <a:pPr lvl="0"/>
            <a:r>
              <a:rPr lang="en-US" dirty="0"/>
              <a:t>To generate automated audit reports</a:t>
            </a:r>
          </a:p>
          <a:p>
            <a:pPr lvl="0"/>
            <a:r>
              <a:rPr lang="en-US" dirty="0"/>
              <a:t>To record and store access records in a centralized database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702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>
            <a:alpha val="2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38A0A3-9BEF-AF47-DCE3-A10C81310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C9F87-29AF-B05D-4095-909AA91B3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High-level 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666BE-225E-BCCE-8279-F4906AF63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 u="sng" dirty="0"/>
              <a:t>Presentation Layer</a:t>
            </a:r>
          </a:p>
          <a:p>
            <a:r>
              <a:rPr lang="en-US" dirty="0"/>
              <a:t>User login interface</a:t>
            </a:r>
          </a:p>
          <a:p>
            <a:r>
              <a:rPr lang="en-US" dirty="0"/>
              <a:t>Administrator dashboard</a:t>
            </a:r>
          </a:p>
          <a:p>
            <a:r>
              <a:rPr lang="en-US" dirty="0"/>
              <a:t>Audit report display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u="sng" dirty="0"/>
              <a:t>Application/logic layer</a:t>
            </a:r>
          </a:p>
          <a:p>
            <a:r>
              <a:rPr lang="en-US" dirty="0"/>
              <a:t>Authentication and role management module</a:t>
            </a:r>
          </a:p>
          <a:p>
            <a:r>
              <a:rPr lang="en-US" dirty="0"/>
              <a:t>Activity logging mechanism</a:t>
            </a:r>
          </a:p>
          <a:p>
            <a:r>
              <a:rPr lang="en-US" dirty="0"/>
              <a:t>Suspicious login detection engine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u="sng" dirty="0"/>
              <a:t>Database layer</a:t>
            </a:r>
          </a:p>
          <a:p>
            <a:r>
              <a:rPr lang="en-US" dirty="0"/>
              <a:t>Stores user credentials</a:t>
            </a:r>
          </a:p>
          <a:p>
            <a:r>
              <a:rPr lang="en-US" dirty="0"/>
              <a:t>Record access events</a:t>
            </a:r>
          </a:p>
          <a:p>
            <a:r>
              <a:rPr lang="en-US" dirty="0"/>
              <a:t>Maintains audit logs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42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>
            <a:alpha val="2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29D861-3570-434C-D8F0-7B3C69C20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D8F8E-1891-080F-8D75-0FECE7423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Expected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F7F1D-C6A2-60F1-BFFA-E7DDE3D65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Enhanced internal security posture</a:t>
            </a:r>
          </a:p>
          <a:p>
            <a:r>
              <a:rPr lang="en-US" dirty="0"/>
              <a:t>Centralized monitoring</a:t>
            </a:r>
          </a:p>
          <a:p>
            <a:r>
              <a:rPr lang="en-US" dirty="0"/>
              <a:t>Improved accountability</a:t>
            </a:r>
          </a:p>
          <a:p>
            <a:r>
              <a:rPr lang="en-US" dirty="0"/>
              <a:t>Early detection of suspicious </a:t>
            </a:r>
            <a:r>
              <a:rPr lang="en-US" dirty="0" err="1"/>
              <a:t>behaviour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72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>
            <a:alpha val="2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409EB7-A58F-D8FA-1AEA-79BBFC202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6B5AB-8008-283B-8AC3-F8EFD3DBA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9535C-28A8-B83A-0505-9EC66E4A8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A functioning prototype of Lazuli Security Systems</a:t>
            </a:r>
          </a:p>
          <a:p>
            <a:pPr lvl="0"/>
            <a:r>
              <a:rPr lang="en-US" dirty="0"/>
              <a:t>Requirements and design documentation</a:t>
            </a:r>
          </a:p>
          <a:p>
            <a:pPr lvl="0"/>
            <a:r>
              <a:rPr lang="en-US" dirty="0"/>
              <a:t>Source code of the developed system</a:t>
            </a:r>
          </a:p>
          <a:p>
            <a:pPr lvl="0"/>
            <a:r>
              <a:rPr lang="en-US" dirty="0"/>
              <a:t>A user manual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244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>
            <a:alpha val="2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DF31FF-5917-C37E-B2F0-7B7C9892F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CC0ED-EEFB-B135-3254-59A82FEFE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2B182-0122-31F2-939C-076325F34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Requirement Gathering – 1 month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Development and testing – 2 months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Deployment – 1 month</a:t>
            </a:r>
          </a:p>
        </p:txBody>
      </p:sp>
    </p:spTree>
    <p:extLst>
      <p:ext uri="{BB962C8B-B14F-4D97-AF65-F5344CB8AC3E}">
        <p14:creationId xmlns:p14="http://schemas.microsoft.com/office/powerpoint/2010/main" val="526092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252</Words>
  <Application>Microsoft Office PowerPoint</Application>
  <PresentationFormat>Widescreen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Lazuli Security Systems</vt:lpstr>
      <vt:lpstr>Background</vt:lpstr>
      <vt:lpstr>Problem statement</vt:lpstr>
      <vt:lpstr>Proposed system Overview</vt:lpstr>
      <vt:lpstr>Key Features</vt:lpstr>
      <vt:lpstr>Project Objectives</vt:lpstr>
      <vt:lpstr>High-level system architecture</vt:lpstr>
      <vt:lpstr>Expected benefits</vt:lpstr>
      <vt:lpstr>Deliverables</vt:lpstr>
      <vt:lpstr>Timeline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Roy .</dc:creator>
  <cp:lastModifiedBy>Roy .</cp:lastModifiedBy>
  <cp:revision>1</cp:revision>
  <dcterms:created xsi:type="dcterms:W3CDTF">2026-02-13T18:57:43Z</dcterms:created>
  <dcterms:modified xsi:type="dcterms:W3CDTF">2026-02-13T20:12:13Z</dcterms:modified>
</cp:coreProperties>
</file>